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1"/>
    <p:restoredTop sz="94640"/>
  </p:normalViewPr>
  <p:slideViewPr>
    <p:cSldViewPr snapToGrid="0">
      <p:cViewPr>
        <p:scale>
          <a:sx n="173" d="100"/>
          <a:sy n="173" d="100"/>
        </p:scale>
        <p:origin x="24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7715-C026-1D6E-1675-BF100984B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8B6CC-E4D9-4493-CD6D-A26E27965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BCA3E-3223-22AF-3623-22FD0447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6BD09-ECB0-B08F-C30C-F5E4D0F5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66027-AAD6-BD09-2ABC-42513F695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3504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6DE9-D11E-555A-82EC-D1B6E86B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172D0-EEBC-CCBF-5254-3FA13353C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C5BE-6A6A-EA84-A92B-CE9935F3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A4BAC-409D-507D-3257-6D73D779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7A38-AD89-6FF4-8E6A-0204362B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7354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A2E0-05BB-7064-3838-7E312104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821FA-1C5C-3648-5E54-6E154882D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B869F-FF92-263F-7523-AAAEC447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DFB4E-4773-C65A-F1AC-A8F55250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4C530-5EE6-863C-0959-663478EE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976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6F01-630F-B05C-5DD0-0D5F4C3F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DBB8-18AD-FC58-58C0-2A37B55FC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B3C1E-636C-AA2A-9733-43E55447B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A0D85-1818-C587-AB46-9E21D0954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38B02-90A6-BEAF-86C3-58B35A1A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44470-F7B0-B11C-8B8B-5B9A5D60E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19896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F325-B468-E741-C3B1-218209B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94475-195C-B79C-796B-9342C71A4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1517D-524D-D8AF-E1D2-DD00A4348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F62BF-8627-969E-555B-735705A47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CD30F-5CAE-8319-B22E-D9BD8EEC4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97BC8-1371-1D81-91E8-05D228E51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8BEC7-0B5D-4102-A366-2403A958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F6274-BA86-8CD3-B6E8-FE3E93A4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97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C636-B7F5-BCFA-5D21-1C2CC801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C9D1C-4477-A69D-0899-6F153B04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EDA63-61A9-48DA-F748-41203626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60AA9-45AB-AAB3-F8D7-DFD087F2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990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DF985-F3D9-31CC-0891-82D61F84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20531-DDBB-92AA-3008-C0EF7491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CD0B3-DBE7-1AE0-898B-E57A0B6E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2533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BEC1-F922-F947-3CF4-D2FA0AFC6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E5B3-0D75-062E-0815-2838FBBD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5A560-04D9-5467-E973-AC3FB14D5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7006-EC61-5D7C-074B-B760DBE4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18649-B358-1020-7A93-0E22B510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00155-F5C5-444E-7D5D-E59788D6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6404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387C-680C-7739-0ADA-DB44EE80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44244-AE52-A864-A322-7A609E5E6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AFDB8-872A-88EE-77D0-D0191A78B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CBC4-AA33-2335-DB3D-1F75B158C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64425-DFF9-34DC-63E2-9EF2033B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301C5-A117-320D-B568-135C991D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782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C89A-9C6C-09AB-9DFD-1CFB7A56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D418C-9C04-7B01-602B-904633B07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468BD-4192-37DF-215F-372C69A7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03611-0404-E57F-C97C-9A7835BB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1F7B9-8A0D-20B1-08B4-7A170BD7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4877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E685D-7938-8DE1-544F-E0241D0D6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2E823-3033-9ADB-F28C-EB66B8BD2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6EA5-8E49-C8A4-2A9B-262551B2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FF87B-7B20-E9AC-B169-FACCABB4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A6994-3784-0638-0BFB-3E041134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2624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991AD9-5775-81E6-E65B-104DA4A47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C347A-C91D-20EC-F3F2-D9954C3FB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946A5-A5EF-732C-4F27-1ABF890D4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855C6-6332-BA43-B65D-E19C89E28300}" type="datetimeFigureOut">
              <a:rPr lang="en-BE" smtClean="0"/>
              <a:t>24/04/2026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6D9F-C6A8-6D7B-1491-F6A8EF742F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F3FA-4C34-D05D-1523-5A6635334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A76AF-320D-014F-A082-5E2328D3CC8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0020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8124241-4B97-C504-1C0C-643E8B47EE9B}"/>
              </a:ext>
            </a:extLst>
          </p:cNvPr>
          <p:cNvSpPr/>
          <p:nvPr/>
        </p:nvSpPr>
        <p:spPr>
          <a:xfrm>
            <a:off x="530942" y="589935"/>
            <a:ext cx="8701548" cy="52578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D9EB3D7-6EB5-C7F0-09CC-240F1E2078DC}"/>
              </a:ext>
            </a:extLst>
          </p:cNvPr>
          <p:cNvSpPr/>
          <p:nvPr/>
        </p:nvSpPr>
        <p:spPr>
          <a:xfrm>
            <a:off x="6234464" y="2278626"/>
            <a:ext cx="1452716" cy="16964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1E12589-FCD0-31DD-E4F3-AE186C5B84A5}"/>
              </a:ext>
            </a:extLst>
          </p:cNvPr>
          <p:cNvSpPr/>
          <p:nvPr/>
        </p:nvSpPr>
        <p:spPr>
          <a:xfrm>
            <a:off x="2249129" y="2993922"/>
            <a:ext cx="1452716" cy="12978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BE63B1-65EA-4458-4C46-2D7A5165A291}"/>
              </a:ext>
            </a:extLst>
          </p:cNvPr>
          <p:cNvSpPr/>
          <p:nvPr/>
        </p:nvSpPr>
        <p:spPr>
          <a:xfrm>
            <a:off x="774290" y="1101686"/>
            <a:ext cx="3075039" cy="3698914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dirty="0"/>
              <a:t>Begintoestand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E5B1B8-135C-B999-0291-1CE6682C4E19}"/>
              </a:ext>
            </a:extLst>
          </p:cNvPr>
          <p:cNvSpPr/>
          <p:nvPr/>
        </p:nvSpPr>
        <p:spPr>
          <a:xfrm>
            <a:off x="5939147" y="1101686"/>
            <a:ext cx="3183775" cy="3632546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dirty="0"/>
              <a:t>Eindtoestand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880C228-4F8D-964C-854E-D663065A37FE}"/>
              </a:ext>
            </a:extLst>
          </p:cNvPr>
          <p:cNvSpPr/>
          <p:nvPr/>
        </p:nvSpPr>
        <p:spPr>
          <a:xfrm>
            <a:off x="3184999" y="2217922"/>
            <a:ext cx="3679634" cy="440743"/>
          </a:xfrm>
          <a:custGeom>
            <a:avLst/>
            <a:gdLst>
              <a:gd name="csX0" fmla="*/ 0 w 3679634"/>
              <a:gd name="csY0" fmla="*/ 651493 h 651493"/>
              <a:gd name="csX1" fmla="*/ 1685581 w 3679634"/>
              <a:gd name="csY1" fmla="*/ 1498 h 651493"/>
              <a:gd name="csX2" fmla="*/ 3679634 w 3679634"/>
              <a:gd name="csY2" fmla="*/ 508274 h 651493"/>
              <a:gd name="csX0" fmla="*/ 0 w 3679634"/>
              <a:gd name="csY0" fmla="*/ 445657 h 445657"/>
              <a:gd name="csX1" fmla="*/ 1894901 w 3679634"/>
              <a:gd name="csY1" fmla="*/ 4982 h 445657"/>
              <a:gd name="csX2" fmla="*/ 3679634 w 3679634"/>
              <a:gd name="csY2" fmla="*/ 302438 h 445657"/>
              <a:gd name="csX0" fmla="*/ 0 w 3679634"/>
              <a:gd name="csY0" fmla="*/ 440743 h 440743"/>
              <a:gd name="csX1" fmla="*/ 1894901 w 3679634"/>
              <a:gd name="csY1" fmla="*/ 68 h 440743"/>
              <a:gd name="csX2" fmla="*/ 3679634 w 3679634"/>
              <a:gd name="csY2" fmla="*/ 297524 h 4407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79634" h="440743">
                <a:moveTo>
                  <a:pt x="0" y="440743"/>
                </a:moveTo>
                <a:cubicBezTo>
                  <a:pt x="536154" y="127680"/>
                  <a:pt x="1281629" y="23938"/>
                  <a:pt x="1894901" y="68"/>
                </a:cubicBezTo>
                <a:cubicBezTo>
                  <a:pt x="2519190" y="-1768"/>
                  <a:pt x="2989243" y="32201"/>
                  <a:pt x="3679634" y="297524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74303-2A83-7859-5131-FF478933C058}"/>
              </a:ext>
            </a:extLst>
          </p:cNvPr>
          <p:cNvSpPr txBox="1"/>
          <p:nvPr/>
        </p:nvSpPr>
        <p:spPr>
          <a:xfrm>
            <a:off x="4078116" y="701209"/>
            <a:ext cx="17297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E" b="1" dirty="0">
                <a:solidFill>
                  <a:schemeClr val="accent4"/>
                </a:solidFill>
              </a:rPr>
              <a:t>methode-</a:t>
            </a:r>
          </a:p>
          <a:p>
            <a:pPr algn="ctr"/>
            <a:r>
              <a:rPr lang="en-BE" b="1" dirty="0">
                <a:solidFill>
                  <a:schemeClr val="accent4"/>
                </a:solidFill>
              </a:rPr>
              <a:t>implementatie</a:t>
            </a:r>
          </a:p>
          <a:p>
            <a:pPr algn="ctr"/>
            <a:r>
              <a:rPr lang="en-BE" b="1" dirty="0">
                <a:solidFill>
                  <a:schemeClr val="accent4"/>
                </a:solidFill>
              </a:rPr>
              <a:t>(C)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908788-6AAD-CF92-6EA7-F6F9CAD21355}"/>
              </a:ext>
            </a:extLst>
          </p:cNvPr>
          <p:cNvSpPr/>
          <p:nvPr/>
        </p:nvSpPr>
        <p:spPr>
          <a:xfrm>
            <a:off x="2936715" y="2658665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EFCE19-EE39-043E-C395-FFBFA47970BE}"/>
              </a:ext>
            </a:extLst>
          </p:cNvPr>
          <p:cNvSpPr/>
          <p:nvPr/>
        </p:nvSpPr>
        <p:spPr>
          <a:xfrm>
            <a:off x="6864633" y="2494390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37B9F6-C57E-232C-7D62-DFC510EEB9A5}"/>
              </a:ext>
            </a:extLst>
          </p:cNvPr>
          <p:cNvSpPr/>
          <p:nvPr/>
        </p:nvSpPr>
        <p:spPr>
          <a:xfrm>
            <a:off x="2913651" y="2156192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C3415F-F027-FB96-1311-261A05E14A5B}"/>
              </a:ext>
            </a:extLst>
          </p:cNvPr>
          <p:cNvSpPr/>
          <p:nvPr/>
        </p:nvSpPr>
        <p:spPr>
          <a:xfrm>
            <a:off x="3184999" y="3639836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D440FE-53DA-E625-404A-24BBEF3628B4}"/>
              </a:ext>
            </a:extLst>
          </p:cNvPr>
          <p:cNvSpPr/>
          <p:nvPr/>
        </p:nvSpPr>
        <p:spPr>
          <a:xfrm>
            <a:off x="6723658" y="3061858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D368C6-0ED8-10D1-771E-E457975731C7}"/>
              </a:ext>
            </a:extLst>
          </p:cNvPr>
          <p:cNvSpPr/>
          <p:nvPr/>
        </p:nvSpPr>
        <p:spPr>
          <a:xfrm>
            <a:off x="7102124" y="3576126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B7FB01-07FC-2F3D-2851-C498941F99DA}"/>
              </a:ext>
            </a:extLst>
          </p:cNvPr>
          <p:cNvSpPr/>
          <p:nvPr/>
        </p:nvSpPr>
        <p:spPr>
          <a:xfrm>
            <a:off x="6831142" y="1935646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F7638-F9AF-1B81-B142-006C50AB5099}"/>
              </a:ext>
            </a:extLst>
          </p:cNvPr>
          <p:cNvSpPr/>
          <p:nvPr/>
        </p:nvSpPr>
        <p:spPr>
          <a:xfrm>
            <a:off x="2802421" y="3241496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6EAAA1-5902-2E31-580F-FF4C3D7246F9}"/>
              </a:ext>
            </a:extLst>
          </p:cNvPr>
          <p:cNvSpPr txBox="1"/>
          <p:nvPr/>
        </p:nvSpPr>
        <p:spPr>
          <a:xfrm>
            <a:off x="946719" y="3268469"/>
            <a:ext cx="13212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E" dirty="0">
                <a:solidFill>
                  <a:schemeClr val="accent2"/>
                </a:solidFill>
              </a:rPr>
              <a:t>preconditie</a:t>
            </a:r>
          </a:p>
          <a:p>
            <a:pPr algn="ctr"/>
            <a:r>
              <a:rPr lang="en-BE" dirty="0">
                <a:solidFill>
                  <a:schemeClr val="accent2"/>
                </a:solidFill>
              </a:rPr>
              <a:t>voldaan</a:t>
            </a:r>
          </a:p>
          <a:p>
            <a:pPr algn="ctr"/>
            <a:r>
              <a:rPr lang="en-BE" dirty="0">
                <a:solidFill>
                  <a:schemeClr val="accent2"/>
                </a:solidFill>
              </a:rPr>
              <a:t>(P)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5437D3-C9C4-8A39-0E47-AF3683BBDA94}"/>
              </a:ext>
            </a:extLst>
          </p:cNvPr>
          <p:cNvSpPr txBox="1"/>
          <p:nvPr/>
        </p:nvSpPr>
        <p:spPr>
          <a:xfrm>
            <a:off x="7684818" y="2696057"/>
            <a:ext cx="1437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BE" dirty="0">
                <a:solidFill>
                  <a:schemeClr val="accent6"/>
                </a:solidFill>
              </a:rPr>
              <a:t>postconditie</a:t>
            </a:r>
          </a:p>
          <a:p>
            <a:pPr algn="ctr"/>
            <a:r>
              <a:rPr lang="en-BE" dirty="0">
                <a:solidFill>
                  <a:schemeClr val="accent6"/>
                </a:solidFill>
              </a:rPr>
              <a:t>voldaan</a:t>
            </a:r>
          </a:p>
          <a:p>
            <a:pPr algn="ctr"/>
            <a:r>
              <a:rPr lang="en-BE" dirty="0">
                <a:solidFill>
                  <a:schemeClr val="accent6"/>
                </a:solidFill>
              </a:rPr>
              <a:t>(Q)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FE5E679-7D92-E4EE-A4BB-D8E2B20AA9D9}"/>
              </a:ext>
            </a:extLst>
          </p:cNvPr>
          <p:cNvSpPr/>
          <p:nvPr/>
        </p:nvSpPr>
        <p:spPr>
          <a:xfrm>
            <a:off x="3032579" y="2812844"/>
            <a:ext cx="3679634" cy="440743"/>
          </a:xfrm>
          <a:custGeom>
            <a:avLst/>
            <a:gdLst>
              <a:gd name="csX0" fmla="*/ 0 w 3679634"/>
              <a:gd name="csY0" fmla="*/ 651493 h 651493"/>
              <a:gd name="csX1" fmla="*/ 1685581 w 3679634"/>
              <a:gd name="csY1" fmla="*/ 1498 h 651493"/>
              <a:gd name="csX2" fmla="*/ 3679634 w 3679634"/>
              <a:gd name="csY2" fmla="*/ 508274 h 651493"/>
              <a:gd name="csX0" fmla="*/ 0 w 3679634"/>
              <a:gd name="csY0" fmla="*/ 445657 h 445657"/>
              <a:gd name="csX1" fmla="*/ 1894901 w 3679634"/>
              <a:gd name="csY1" fmla="*/ 4982 h 445657"/>
              <a:gd name="csX2" fmla="*/ 3679634 w 3679634"/>
              <a:gd name="csY2" fmla="*/ 302438 h 445657"/>
              <a:gd name="csX0" fmla="*/ 0 w 3679634"/>
              <a:gd name="csY0" fmla="*/ 440743 h 440743"/>
              <a:gd name="csX1" fmla="*/ 1894901 w 3679634"/>
              <a:gd name="csY1" fmla="*/ 68 h 440743"/>
              <a:gd name="csX2" fmla="*/ 3679634 w 3679634"/>
              <a:gd name="csY2" fmla="*/ 297524 h 4407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79634" h="440743">
                <a:moveTo>
                  <a:pt x="0" y="440743"/>
                </a:moveTo>
                <a:cubicBezTo>
                  <a:pt x="536154" y="127680"/>
                  <a:pt x="1281629" y="23938"/>
                  <a:pt x="1894901" y="68"/>
                </a:cubicBezTo>
                <a:cubicBezTo>
                  <a:pt x="2519190" y="-1768"/>
                  <a:pt x="2989243" y="32201"/>
                  <a:pt x="3679634" y="297524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2123E86-F469-CEB6-C5A3-D02D0A5A7F0B}"/>
              </a:ext>
            </a:extLst>
          </p:cNvPr>
          <p:cNvSpPr/>
          <p:nvPr/>
        </p:nvSpPr>
        <p:spPr>
          <a:xfrm>
            <a:off x="3412622" y="3242952"/>
            <a:ext cx="3679634" cy="440743"/>
          </a:xfrm>
          <a:custGeom>
            <a:avLst/>
            <a:gdLst>
              <a:gd name="csX0" fmla="*/ 0 w 3679634"/>
              <a:gd name="csY0" fmla="*/ 651493 h 651493"/>
              <a:gd name="csX1" fmla="*/ 1685581 w 3679634"/>
              <a:gd name="csY1" fmla="*/ 1498 h 651493"/>
              <a:gd name="csX2" fmla="*/ 3679634 w 3679634"/>
              <a:gd name="csY2" fmla="*/ 508274 h 651493"/>
              <a:gd name="csX0" fmla="*/ 0 w 3679634"/>
              <a:gd name="csY0" fmla="*/ 445657 h 445657"/>
              <a:gd name="csX1" fmla="*/ 1894901 w 3679634"/>
              <a:gd name="csY1" fmla="*/ 4982 h 445657"/>
              <a:gd name="csX2" fmla="*/ 3679634 w 3679634"/>
              <a:gd name="csY2" fmla="*/ 302438 h 445657"/>
              <a:gd name="csX0" fmla="*/ 0 w 3679634"/>
              <a:gd name="csY0" fmla="*/ 440743 h 440743"/>
              <a:gd name="csX1" fmla="*/ 1894901 w 3679634"/>
              <a:gd name="csY1" fmla="*/ 68 h 440743"/>
              <a:gd name="csX2" fmla="*/ 3679634 w 3679634"/>
              <a:gd name="csY2" fmla="*/ 297524 h 4407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79634" h="440743">
                <a:moveTo>
                  <a:pt x="0" y="440743"/>
                </a:moveTo>
                <a:cubicBezTo>
                  <a:pt x="536154" y="127680"/>
                  <a:pt x="1281629" y="23938"/>
                  <a:pt x="1894901" y="68"/>
                </a:cubicBezTo>
                <a:cubicBezTo>
                  <a:pt x="2519190" y="-1768"/>
                  <a:pt x="2989243" y="32201"/>
                  <a:pt x="3679634" y="297524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0A10DD8E-0979-1795-4E83-ADCCE3EAB165}"/>
              </a:ext>
            </a:extLst>
          </p:cNvPr>
          <p:cNvSpPr/>
          <p:nvPr/>
        </p:nvSpPr>
        <p:spPr>
          <a:xfrm>
            <a:off x="3128444" y="1720992"/>
            <a:ext cx="3679634" cy="440743"/>
          </a:xfrm>
          <a:custGeom>
            <a:avLst/>
            <a:gdLst>
              <a:gd name="csX0" fmla="*/ 0 w 3679634"/>
              <a:gd name="csY0" fmla="*/ 651493 h 651493"/>
              <a:gd name="csX1" fmla="*/ 1685581 w 3679634"/>
              <a:gd name="csY1" fmla="*/ 1498 h 651493"/>
              <a:gd name="csX2" fmla="*/ 3679634 w 3679634"/>
              <a:gd name="csY2" fmla="*/ 508274 h 651493"/>
              <a:gd name="csX0" fmla="*/ 0 w 3679634"/>
              <a:gd name="csY0" fmla="*/ 445657 h 445657"/>
              <a:gd name="csX1" fmla="*/ 1894901 w 3679634"/>
              <a:gd name="csY1" fmla="*/ 4982 h 445657"/>
              <a:gd name="csX2" fmla="*/ 3679634 w 3679634"/>
              <a:gd name="csY2" fmla="*/ 302438 h 445657"/>
              <a:gd name="csX0" fmla="*/ 0 w 3679634"/>
              <a:gd name="csY0" fmla="*/ 440743 h 440743"/>
              <a:gd name="csX1" fmla="*/ 1894901 w 3679634"/>
              <a:gd name="csY1" fmla="*/ 68 h 440743"/>
              <a:gd name="csX2" fmla="*/ 3679634 w 3679634"/>
              <a:gd name="csY2" fmla="*/ 297524 h 4407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79634" h="440743">
                <a:moveTo>
                  <a:pt x="0" y="440743"/>
                </a:moveTo>
                <a:cubicBezTo>
                  <a:pt x="536154" y="127680"/>
                  <a:pt x="1281629" y="23938"/>
                  <a:pt x="1894901" y="68"/>
                </a:cubicBezTo>
                <a:cubicBezTo>
                  <a:pt x="2519190" y="-1768"/>
                  <a:pt x="2989243" y="32201"/>
                  <a:pt x="3679634" y="297524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92A036-EA94-D10E-925D-12500BE9F6DB}"/>
              </a:ext>
            </a:extLst>
          </p:cNvPr>
          <p:cNvSpPr/>
          <p:nvPr/>
        </p:nvSpPr>
        <p:spPr>
          <a:xfrm>
            <a:off x="6632856" y="4419705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3FDB8F8-5E8F-65ED-273A-9EA4E7255D0D}"/>
              </a:ext>
            </a:extLst>
          </p:cNvPr>
          <p:cNvSpPr/>
          <p:nvPr/>
        </p:nvSpPr>
        <p:spPr>
          <a:xfrm>
            <a:off x="3360751" y="3975093"/>
            <a:ext cx="191729" cy="1917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D7F31B3-BE04-5D32-8258-B307468659ED}"/>
              </a:ext>
            </a:extLst>
          </p:cNvPr>
          <p:cNvSpPr/>
          <p:nvPr/>
        </p:nvSpPr>
        <p:spPr>
          <a:xfrm rot="533364">
            <a:off x="3568962" y="3948581"/>
            <a:ext cx="3115602" cy="352940"/>
          </a:xfrm>
          <a:custGeom>
            <a:avLst/>
            <a:gdLst>
              <a:gd name="csX0" fmla="*/ 0 w 3679634"/>
              <a:gd name="csY0" fmla="*/ 651493 h 651493"/>
              <a:gd name="csX1" fmla="*/ 1685581 w 3679634"/>
              <a:gd name="csY1" fmla="*/ 1498 h 651493"/>
              <a:gd name="csX2" fmla="*/ 3679634 w 3679634"/>
              <a:gd name="csY2" fmla="*/ 508274 h 651493"/>
              <a:gd name="csX0" fmla="*/ 0 w 3679634"/>
              <a:gd name="csY0" fmla="*/ 445657 h 445657"/>
              <a:gd name="csX1" fmla="*/ 1894901 w 3679634"/>
              <a:gd name="csY1" fmla="*/ 4982 h 445657"/>
              <a:gd name="csX2" fmla="*/ 3679634 w 3679634"/>
              <a:gd name="csY2" fmla="*/ 302438 h 445657"/>
              <a:gd name="csX0" fmla="*/ 0 w 3679634"/>
              <a:gd name="csY0" fmla="*/ 440743 h 440743"/>
              <a:gd name="csX1" fmla="*/ 1894901 w 3679634"/>
              <a:gd name="csY1" fmla="*/ 68 h 440743"/>
              <a:gd name="csX2" fmla="*/ 3679634 w 3679634"/>
              <a:gd name="csY2" fmla="*/ 297524 h 4407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79634" h="440743">
                <a:moveTo>
                  <a:pt x="0" y="440743"/>
                </a:moveTo>
                <a:cubicBezTo>
                  <a:pt x="536154" y="127680"/>
                  <a:pt x="1281629" y="23938"/>
                  <a:pt x="1894901" y="68"/>
                </a:cubicBezTo>
                <a:cubicBezTo>
                  <a:pt x="2519190" y="-1768"/>
                  <a:pt x="2989243" y="32201"/>
                  <a:pt x="3679634" y="297524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6" name="Multiply 25">
            <a:extLst>
              <a:ext uri="{FF2B5EF4-FFF2-40B4-BE49-F238E27FC236}">
                <a16:creationId xmlns:a16="http://schemas.microsoft.com/office/drawing/2014/main" id="{6A0E8D12-042E-4888-B881-F4601F900FD1}"/>
              </a:ext>
            </a:extLst>
          </p:cNvPr>
          <p:cNvSpPr/>
          <p:nvPr/>
        </p:nvSpPr>
        <p:spPr>
          <a:xfrm>
            <a:off x="4650260" y="3591635"/>
            <a:ext cx="766916" cy="76691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0A6439-34EC-28F3-D4C5-B16ADBC80CC5}"/>
              </a:ext>
            </a:extLst>
          </p:cNvPr>
          <p:cNvSpPr txBox="1"/>
          <p:nvPr/>
        </p:nvSpPr>
        <p:spPr>
          <a:xfrm>
            <a:off x="3846473" y="5030944"/>
            <a:ext cx="20233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4000" dirty="0"/>
              <a:t>{</a:t>
            </a:r>
            <a:r>
              <a:rPr lang="en-BE" sz="4000" dirty="0">
                <a:solidFill>
                  <a:schemeClr val="accent2"/>
                </a:solidFill>
              </a:rPr>
              <a:t>P</a:t>
            </a:r>
            <a:r>
              <a:rPr lang="en-BE" sz="4000" dirty="0"/>
              <a:t>} </a:t>
            </a:r>
            <a:r>
              <a:rPr lang="en-BE" sz="4000" dirty="0">
                <a:solidFill>
                  <a:srgbClr val="00B0F0"/>
                </a:solidFill>
              </a:rPr>
              <a:t>C</a:t>
            </a:r>
            <a:r>
              <a:rPr lang="en-BE" sz="4000" dirty="0"/>
              <a:t> {</a:t>
            </a:r>
            <a:r>
              <a:rPr lang="en-BE" sz="4000" dirty="0">
                <a:solidFill>
                  <a:schemeClr val="accent6"/>
                </a:solidFill>
              </a:rPr>
              <a:t>Q</a:t>
            </a:r>
            <a:r>
              <a:rPr lang="en-BE" sz="4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67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24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Yskout</dc:creator>
  <cp:lastModifiedBy>Koen Yskout</cp:lastModifiedBy>
  <cp:revision>2</cp:revision>
  <dcterms:created xsi:type="dcterms:W3CDTF">2026-04-24T11:56:35Z</dcterms:created>
  <dcterms:modified xsi:type="dcterms:W3CDTF">2026-04-24T16:39:22Z</dcterms:modified>
</cp:coreProperties>
</file>
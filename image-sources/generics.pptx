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0"/>
    <p:restoredTop sz="94639"/>
  </p:normalViewPr>
  <p:slideViewPr>
    <p:cSldViewPr snapToGrid="0">
      <p:cViewPr>
        <p:scale>
          <a:sx n="165" d="100"/>
          <a:sy n="165" d="100"/>
        </p:scale>
        <p:origin x="-45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0C07-56B3-6DA4-4238-9CF9F2EE1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70A2F-8B1A-892E-F02F-EAB950F85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C063C-34B9-FB57-85B8-EC28436CB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851D9-B29B-E4EC-2607-51A9E880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CD704-E209-91BB-8753-1D7A9EAB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302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5D68-5337-306D-1A16-08E9C593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EF0FB-646F-9F01-5D77-BB9D68A27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97589-4EE4-393E-C7B5-8DBEA9CEB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9428C-7093-3B60-499B-3EF36432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23708-F026-7FD3-9F5D-F275EB22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470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01FB-FA5E-6BE2-502D-8E1ACF03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5964A-7382-454B-3132-98CB2AA30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5E4B4-6599-42F0-F1FA-8EA20D0C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594BC-2584-830B-BC00-EFE2F052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011E7-5BF4-01E1-3B7D-2CD416DA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63241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AA5F-046E-142F-24E3-758344F7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F5034-472C-BA0F-E97C-24BC000E6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332C7-27BF-C52A-387D-EFB94A05F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696E1-AE9E-C6A1-46A4-CDA9B1E3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3954B-068B-06CF-96CC-139E744F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3A68F-20A7-B9CC-84FA-FF05EFCF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241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4FD6-0712-CCAE-F655-9F6264EA6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4D727-FA01-2CC6-93A9-94132C6CD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00F19-3B74-A4F8-ED16-B1060F3DD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9DE4C-6783-0764-9D0B-4146722D6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31330-0A3A-CCC7-18FF-C304FFE6A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D41C2-B421-C454-D29C-5A9F5603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E24C47-AE60-0672-CF9A-9BD0C069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C0C74-7C86-904A-57B0-86D67E79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163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307BA-6BA6-1357-7D93-80FCF100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44AB1-171E-7930-33C3-21BD04D9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99625-4348-067B-23E0-18BDB577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F76E6-AC0E-0329-F481-27C708BC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070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5C6A4-8D1C-3693-63BC-0F4393F2C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B883A-A2A8-F5F8-974C-28EE2864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BE922-E148-B23A-7ABF-1C47CBD1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386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28D4-F0E2-5C86-1230-EB878D3B7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8551-DC7C-D92C-9F27-573B626FB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4405D-BE5B-990D-2A68-63104060D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5B6D2-5BEF-9B60-3B8D-1FDF262F0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2DE42-56DD-2211-18B3-A21C64D7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45AB5-7005-DE65-AC56-BCABE435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834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9342-5244-12B3-33AE-8421C7F8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1255B0-8FAA-DFD6-7EC1-7F8D9A4CB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68831-5A4A-D130-23B8-BCA07DF75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7FFDB-4181-F4E1-E629-229F5C13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E7EAD-C03C-1F71-601E-D9BB633B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FC39-14E2-12A0-31E6-3DA4EDCD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7322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9D91-A21C-C4F3-0EF3-784F4276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2D727-427F-E916-DC80-E0739A720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224DB-7450-D0CA-F706-BE8C82EE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41D49-F46E-B21D-A0B1-AA26145B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A20CC-9D86-D5FA-94CF-875CB4E4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012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27DBF-5D70-CEB0-20DE-8E797A127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5DE7A-C1B3-2217-48D2-95CB0DA77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7A6A-5C99-3EC9-CDAB-03B3B235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5B378-2B69-4240-C0B2-4AA4EA7A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8A9A-A177-E0C3-5E14-852A42A0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669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1C13E-01FE-2603-1E2D-9D920DCA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6C9D-0FC2-A5F4-FF00-82F44815D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D3982-27D3-BE0B-228B-37CF771CD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4DCC1-888C-004F-94AA-AABA53323F97}" type="datetimeFigureOut">
              <a:rPr lang="en-BE" smtClean="0"/>
              <a:t>03/03/2026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730A5-7112-8C3C-FA51-AE1967874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383-7B30-6DBF-9B71-53D990E95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609AC-2A81-8247-BE41-7BE87494B97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5704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E13C48EF-C4D3-F128-E728-3EA94BE35EE4}"/>
              </a:ext>
            </a:extLst>
          </p:cNvPr>
          <p:cNvSpPr/>
          <p:nvPr/>
        </p:nvSpPr>
        <p:spPr>
          <a:xfrm>
            <a:off x="5490982" y="466208"/>
            <a:ext cx="1309211" cy="6270669"/>
          </a:xfrm>
          <a:prstGeom prst="roundRect">
            <a:avLst>
              <a:gd name="adj" fmla="val 1024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Animal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5A330FF-181B-C2E2-0C55-7441DFCC0A93}"/>
              </a:ext>
            </a:extLst>
          </p:cNvPr>
          <p:cNvSpPr/>
          <p:nvPr/>
        </p:nvSpPr>
        <p:spPr>
          <a:xfrm>
            <a:off x="6885126" y="262838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Collection&lt;Mammal&gt;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0DA879D-3D15-01DF-D798-821AB0375A42}"/>
              </a:ext>
            </a:extLst>
          </p:cNvPr>
          <p:cNvSpPr/>
          <p:nvPr/>
        </p:nvSpPr>
        <p:spPr>
          <a:xfrm>
            <a:off x="6885126" y="46620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Collection&lt;Animal&gt;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04C8C9-5371-86D0-6B1F-531DDF2F5BC4}"/>
              </a:ext>
            </a:extLst>
          </p:cNvPr>
          <p:cNvSpPr/>
          <p:nvPr/>
        </p:nvSpPr>
        <p:spPr>
          <a:xfrm>
            <a:off x="240364" y="4790568"/>
            <a:ext cx="5152190" cy="1946309"/>
          </a:xfrm>
          <a:prstGeom prst="roundRect">
            <a:avLst>
              <a:gd name="adj" fmla="val 417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Collection&lt;Cat&gt;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19F738-69C4-998B-9F68-0C3E792C9F81}"/>
              </a:ext>
            </a:extLst>
          </p:cNvPr>
          <p:cNvSpPr/>
          <p:nvPr/>
        </p:nvSpPr>
        <p:spPr>
          <a:xfrm>
            <a:off x="240364" y="262838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Collection&lt;Mammal&gt;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73E0F68-FE14-0B4B-703F-CA74D108F178}"/>
              </a:ext>
            </a:extLst>
          </p:cNvPr>
          <p:cNvSpPr/>
          <p:nvPr/>
        </p:nvSpPr>
        <p:spPr>
          <a:xfrm>
            <a:off x="897642" y="2753748"/>
            <a:ext cx="4367185" cy="3776887"/>
          </a:xfrm>
          <a:prstGeom prst="roundRect">
            <a:avLst>
              <a:gd name="adj" fmla="val 2964"/>
            </a:avLst>
          </a:prstGeom>
          <a:solidFill>
            <a:srgbClr val="84E291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extends Mammal&gt;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A72F39-8A18-C52E-5F35-87AE21DD542F}"/>
              </a:ext>
            </a:extLst>
          </p:cNvPr>
          <p:cNvSpPr/>
          <p:nvPr/>
        </p:nvSpPr>
        <p:spPr>
          <a:xfrm>
            <a:off x="996070" y="3111060"/>
            <a:ext cx="4141789" cy="1233476"/>
          </a:xfrm>
          <a:prstGeom prst="roundRect">
            <a:avLst>
              <a:gd name="adj" fmla="val 875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List&lt;Mammal&gt;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070EE3-C828-45CF-1EA6-41D233EC368D}"/>
              </a:ext>
            </a:extLst>
          </p:cNvPr>
          <p:cNvSpPr/>
          <p:nvPr/>
        </p:nvSpPr>
        <p:spPr>
          <a:xfrm>
            <a:off x="1391013" y="3577663"/>
            <a:ext cx="171651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ArrayList&lt;Mammal&gt;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836F12-E236-6924-A64C-0D84894A2061}"/>
              </a:ext>
            </a:extLst>
          </p:cNvPr>
          <p:cNvSpPr/>
          <p:nvPr/>
        </p:nvSpPr>
        <p:spPr>
          <a:xfrm>
            <a:off x="3233002" y="3593951"/>
            <a:ext cx="177938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LinkedList&lt;Mammal&gt;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F891A6-BE0C-8CC2-1525-6421E67D132B}"/>
              </a:ext>
            </a:extLst>
          </p:cNvPr>
          <p:cNvSpPr/>
          <p:nvPr/>
        </p:nvSpPr>
        <p:spPr>
          <a:xfrm>
            <a:off x="996070" y="5215331"/>
            <a:ext cx="4141789" cy="1152876"/>
          </a:xfrm>
          <a:prstGeom prst="roundRect">
            <a:avLst>
              <a:gd name="adj" fmla="val 1051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List&lt;Cat&gt;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EB06DA-B2F3-90CD-CF84-A6AF112A65AB}"/>
              </a:ext>
            </a:extLst>
          </p:cNvPr>
          <p:cNvSpPr/>
          <p:nvPr/>
        </p:nvSpPr>
        <p:spPr>
          <a:xfrm>
            <a:off x="1391013" y="5568308"/>
            <a:ext cx="171651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ArrayList&lt;Cat&gt;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B5967E8-2DB4-79A1-4C5E-11A28A0592DB}"/>
              </a:ext>
            </a:extLst>
          </p:cNvPr>
          <p:cNvSpPr/>
          <p:nvPr/>
        </p:nvSpPr>
        <p:spPr>
          <a:xfrm>
            <a:off x="3213478" y="5568308"/>
            <a:ext cx="177938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LinkedList&lt;Cat&gt;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010BF64-6F45-643C-B1FA-7EEE23F4B6FC}"/>
              </a:ext>
            </a:extLst>
          </p:cNvPr>
          <p:cNvSpPr/>
          <p:nvPr/>
        </p:nvSpPr>
        <p:spPr>
          <a:xfrm>
            <a:off x="240364" y="46620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Collection&lt;Animal&gt;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CBA3350-178E-9951-B7D2-5F4B68DC4F7D}"/>
              </a:ext>
            </a:extLst>
          </p:cNvPr>
          <p:cNvSpPr/>
          <p:nvPr/>
        </p:nvSpPr>
        <p:spPr>
          <a:xfrm>
            <a:off x="996070" y="950933"/>
            <a:ext cx="4141789" cy="1231423"/>
          </a:xfrm>
          <a:prstGeom prst="roundRect">
            <a:avLst>
              <a:gd name="adj" fmla="val 875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List&lt;Animal&gt;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17769CB-1F20-E14B-40F6-9EC620BCC73C}"/>
              </a:ext>
            </a:extLst>
          </p:cNvPr>
          <p:cNvSpPr/>
          <p:nvPr/>
        </p:nvSpPr>
        <p:spPr>
          <a:xfrm>
            <a:off x="1391013" y="1415483"/>
            <a:ext cx="171651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ArrayList&lt;Animal&gt;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362808C-DF55-761D-12ED-B5F38B6BAC65}"/>
              </a:ext>
            </a:extLst>
          </p:cNvPr>
          <p:cNvSpPr/>
          <p:nvPr/>
        </p:nvSpPr>
        <p:spPr>
          <a:xfrm>
            <a:off x="3233002" y="1431771"/>
            <a:ext cx="177938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LinkedList&lt;Animal&gt;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F53C6A-9321-BFA9-93A1-49B679A7A062}"/>
              </a:ext>
            </a:extLst>
          </p:cNvPr>
          <p:cNvSpPr/>
          <p:nvPr/>
        </p:nvSpPr>
        <p:spPr>
          <a:xfrm>
            <a:off x="7494779" y="574563"/>
            <a:ext cx="4414808" cy="3968888"/>
          </a:xfrm>
          <a:prstGeom prst="roundRect">
            <a:avLst>
              <a:gd name="adj" fmla="val 2964"/>
            </a:avLst>
          </a:prstGeom>
          <a:solidFill>
            <a:schemeClr val="accent5">
              <a:lumMod val="60000"/>
              <a:lumOff val="4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super Mammal&gt;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C282252-DA3C-2A5F-C70C-0FBE2706025B}"/>
              </a:ext>
            </a:extLst>
          </p:cNvPr>
          <p:cNvSpPr/>
          <p:nvPr/>
        </p:nvSpPr>
        <p:spPr>
          <a:xfrm>
            <a:off x="6885126" y="4790568"/>
            <a:ext cx="5152190" cy="1946309"/>
          </a:xfrm>
          <a:prstGeom prst="roundRect">
            <a:avLst>
              <a:gd name="adj" fmla="val 417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Collection&lt;Cat&gt;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65AF1E9-3838-D0CD-45BE-BC1CB2F7500A}"/>
              </a:ext>
            </a:extLst>
          </p:cNvPr>
          <p:cNvSpPr/>
          <p:nvPr/>
        </p:nvSpPr>
        <p:spPr>
          <a:xfrm>
            <a:off x="7640832" y="3111060"/>
            <a:ext cx="4141789" cy="1233476"/>
          </a:xfrm>
          <a:prstGeom prst="roundRect">
            <a:avLst>
              <a:gd name="adj" fmla="val 875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List&lt;Mammal&gt;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8619B55-71B5-8482-5360-A5B4921E142F}"/>
              </a:ext>
            </a:extLst>
          </p:cNvPr>
          <p:cNvSpPr/>
          <p:nvPr/>
        </p:nvSpPr>
        <p:spPr>
          <a:xfrm>
            <a:off x="8035775" y="3577663"/>
            <a:ext cx="171651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ArrayList&lt;Mammal&gt;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1B8948A-8904-C9B3-DE51-117BC2B20DC2}"/>
              </a:ext>
            </a:extLst>
          </p:cNvPr>
          <p:cNvSpPr/>
          <p:nvPr/>
        </p:nvSpPr>
        <p:spPr>
          <a:xfrm>
            <a:off x="9877764" y="3593951"/>
            <a:ext cx="177938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LinkedList&lt;Mammal&gt;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C63E320-8E54-6F15-67D9-38C0E459DC84}"/>
              </a:ext>
            </a:extLst>
          </p:cNvPr>
          <p:cNvSpPr/>
          <p:nvPr/>
        </p:nvSpPr>
        <p:spPr>
          <a:xfrm>
            <a:off x="7640832" y="5215331"/>
            <a:ext cx="4141789" cy="1152876"/>
          </a:xfrm>
          <a:prstGeom prst="roundRect">
            <a:avLst>
              <a:gd name="adj" fmla="val 1051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List&lt;Cat&gt;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A75E8C2-8C7A-58B7-7338-6C72924D0A5F}"/>
              </a:ext>
            </a:extLst>
          </p:cNvPr>
          <p:cNvSpPr/>
          <p:nvPr/>
        </p:nvSpPr>
        <p:spPr>
          <a:xfrm>
            <a:off x="8035775" y="5568308"/>
            <a:ext cx="171651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ArrayList&lt;Cat&gt;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E350020-05D3-BB8F-733C-EF76E9B1532A}"/>
              </a:ext>
            </a:extLst>
          </p:cNvPr>
          <p:cNvSpPr/>
          <p:nvPr/>
        </p:nvSpPr>
        <p:spPr>
          <a:xfrm>
            <a:off x="9858240" y="5568308"/>
            <a:ext cx="177938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LinkedList&lt;Cat&gt;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41DB03F-E709-7A04-4E0F-52004A3581ED}"/>
              </a:ext>
            </a:extLst>
          </p:cNvPr>
          <p:cNvSpPr/>
          <p:nvPr/>
        </p:nvSpPr>
        <p:spPr>
          <a:xfrm>
            <a:off x="7640832" y="950933"/>
            <a:ext cx="4141789" cy="1231423"/>
          </a:xfrm>
          <a:prstGeom prst="roundRect">
            <a:avLst>
              <a:gd name="adj" fmla="val 8751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List&lt;Animal&gt;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0B97E9A-6D25-F1E3-BB97-B03BA64B343A}"/>
              </a:ext>
            </a:extLst>
          </p:cNvPr>
          <p:cNvSpPr/>
          <p:nvPr/>
        </p:nvSpPr>
        <p:spPr>
          <a:xfrm>
            <a:off x="8035775" y="1415483"/>
            <a:ext cx="171651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ArrayList&lt;Animal&gt;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7A2F1E1-F9F5-8A06-95F2-73EC07F0EE0F}"/>
              </a:ext>
            </a:extLst>
          </p:cNvPr>
          <p:cNvSpPr/>
          <p:nvPr/>
        </p:nvSpPr>
        <p:spPr>
          <a:xfrm>
            <a:off x="9877764" y="1431771"/>
            <a:ext cx="1779382" cy="55278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LinkedList&lt;Animal&gt;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2D6C98-982B-3EB3-42CD-BE43EFF051E5}"/>
              </a:ext>
            </a:extLst>
          </p:cNvPr>
          <p:cNvSpPr txBox="1"/>
          <p:nvPr/>
        </p:nvSpPr>
        <p:spPr>
          <a:xfrm>
            <a:off x="2249269" y="57145"/>
            <a:ext cx="139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Covariantie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385A2D-35A5-2F6E-BF3B-C8B31909AE4E}"/>
              </a:ext>
            </a:extLst>
          </p:cNvPr>
          <p:cNvSpPr txBox="1"/>
          <p:nvPr/>
        </p:nvSpPr>
        <p:spPr>
          <a:xfrm>
            <a:off x="8848284" y="57145"/>
            <a:ext cx="1817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Contravariantie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F3F49AA-3066-0151-AB87-0537ECD98644}"/>
              </a:ext>
            </a:extLst>
          </p:cNvPr>
          <p:cNvSpPr/>
          <p:nvPr/>
        </p:nvSpPr>
        <p:spPr>
          <a:xfrm>
            <a:off x="5589410" y="2656434"/>
            <a:ext cx="1150717" cy="3965083"/>
          </a:xfrm>
          <a:prstGeom prst="roundRect">
            <a:avLst>
              <a:gd name="adj" fmla="val 1024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Mammal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A94A930D-1E09-108E-4E05-017E0A42D73B}"/>
              </a:ext>
            </a:extLst>
          </p:cNvPr>
          <p:cNvSpPr/>
          <p:nvPr/>
        </p:nvSpPr>
        <p:spPr>
          <a:xfrm>
            <a:off x="5687838" y="4790568"/>
            <a:ext cx="942593" cy="1740067"/>
          </a:xfrm>
          <a:prstGeom prst="roundRect">
            <a:avLst>
              <a:gd name="adj" fmla="val 10245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</a:p>
        </p:txBody>
      </p:sp>
    </p:spTree>
    <p:extLst>
      <p:ext uri="{BB962C8B-B14F-4D97-AF65-F5344CB8AC3E}">
        <p14:creationId xmlns:p14="http://schemas.microsoft.com/office/powerpoint/2010/main" val="4283391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D56F-EA5D-C701-6E34-C95B737A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C845DD6-F2B4-B9A7-6B39-402D2E52C82B}"/>
              </a:ext>
            </a:extLst>
          </p:cNvPr>
          <p:cNvSpPr/>
          <p:nvPr/>
        </p:nvSpPr>
        <p:spPr>
          <a:xfrm>
            <a:off x="5490982" y="466208"/>
            <a:ext cx="1309211" cy="6270669"/>
          </a:xfrm>
          <a:prstGeom prst="roundRect">
            <a:avLst>
              <a:gd name="adj" fmla="val 1024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Animal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B14F6C1-0A1E-96D0-EE89-4E2F911DC3A1}"/>
              </a:ext>
            </a:extLst>
          </p:cNvPr>
          <p:cNvSpPr/>
          <p:nvPr/>
        </p:nvSpPr>
        <p:spPr>
          <a:xfrm>
            <a:off x="6885126" y="262838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Collection&lt;Mammal&gt;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E9208EF-9816-B4DA-B1BA-DBA1D056BDA4}"/>
              </a:ext>
            </a:extLst>
          </p:cNvPr>
          <p:cNvSpPr/>
          <p:nvPr/>
        </p:nvSpPr>
        <p:spPr>
          <a:xfrm>
            <a:off x="6885126" y="46620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Collection&lt;Animal&gt;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0DADA96-88CF-AB97-1254-6C5263F04889}"/>
              </a:ext>
            </a:extLst>
          </p:cNvPr>
          <p:cNvSpPr/>
          <p:nvPr/>
        </p:nvSpPr>
        <p:spPr>
          <a:xfrm>
            <a:off x="240364" y="4790568"/>
            <a:ext cx="5152190" cy="1946309"/>
          </a:xfrm>
          <a:prstGeom prst="roundRect">
            <a:avLst>
              <a:gd name="adj" fmla="val 417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Collection&lt;Cat&gt;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74FA36-24DD-FC65-A28E-FC53A91383FD}"/>
              </a:ext>
            </a:extLst>
          </p:cNvPr>
          <p:cNvSpPr/>
          <p:nvPr/>
        </p:nvSpPr>
        <p:spPr>
          <a:xfrm>
            <a:off x="240364" y="262838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Collection&lt;Mammal&gt;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FF392F-E24F-C976-EA5D-033388248E09}"/>
              </a:ext>
            </a:extLst>
          </p:cNvPr>
          <p:cNvSpPr/>
          <p:nvPr/>
        </p:nvSpPr>
        <p:spPr>
          <a:xfrm>
            <a:off x="897642" y="2753748"/>
            <a:ext cx="4367185" cy="3776887"/>
          </a:xfrm>
          <a:prstGeom prst="roundRect">
            <a:avLst>
              <a:gd name="adj" fmla="val 2964"/>
            </a:avLst>
          </a:prstGeom>
          <a:solidFill>
            <a:srgbClr val="84E291">
              <a:alpha val="6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extends Mammal&gt;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8A381CD-8D3D-39B1-EC40-12A74850A77C}"/>
              </a:ext>
            </a:extLst>
          </p:cNvPr>
          <p:cNvSpPr/>
          <p:nvPr/>
        </p:nvSpPr>
        <p:spPr>
          <a:xfrm>
            <a:off x="996070" y="3111060"/>
            <a:ext cx="4141789" cy="1233476"/>
          </a:xfrm>
          <a:prstGeom prst="roundRect">
            <a:avLst>
              <a:gd name="adj" fmla="val 875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List&lt;Mammal&gt;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28526F-56C1-35B7-35BF-F7A661F3F848}"/>
              </a:ext>
            </a:extLst>
          </p:cNvPr>
          <p:cNvSpPr/>
          <p:nvPr/>
        </p:nvSpPr>
        <p:spPr>
          <a:xfrm>
            <a:off x="1391013" y="3577663"/>
            <a:ext cx="171651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ArrayList&lt;Mammal&gt;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49C7BD-D0F5-D741-A0CD-147D3F817E24}"/>
              </a:ext>
            </a:extLst>
          </p:cNvPr>
          <p:cNvSpPr/>
          <p:nvPr/>
        </p:nvSpPr>
        <p:spPr>
          <a:xfrm>
            <a:off x="3233002" y="3593951"/>
            <a:ext cx="177938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LinkedList&lt;Mammal&gt;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42875AD-8DE9-C5EC-28D0-A55DCCE43441}"/>
              </a:ext>
            </a:extLst>
          </p:cNvPr>
          <p:cNvSpPr/>
          <p:nvPr/>
        </p:nvSpPr>
        <p:spPr>
          <a:xfrm>
            <a:off x="996070" y="5215331"/>
            <a:ext cx="4141789" cy="1152876"/>
          </a:xfrm>
          <a:prstGeom prst="roundRect">
            <a:avLst>
              <a:gd name="adj" fmla="val 1051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List&lt;Cat&gt;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979640-DCCA-2190-E951-112E602FA0EF}"/>
              </a:ext>
            </a:extLst>
          </p:cNvPr>
          <p:cNvSpPr/>
          <p:nvPr/>
        </p:nvSpPr>
        <p:spPr>
          <a:xfrm>
            <a:off x="1391013" y="5568308"/>
            <a:ext cx="171651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ArrayList&lt;Cat&gt;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E884255-8949-19F1-7B92-47C190CB4F3E}"/>
              </a:ext>
            </a:extLst>
          </p:cNvPr>
          <p:cNvSpPr/>
          <p:nvPr/>
        </p:nvSpPr>
        <p:spPr>
          <a:xfrm>
            <a:off x="3213478" y="5568308"/>
            <a:ext cx="177938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LinkedList&lt;Cat&gt;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B1A33E8-E79F-BDCA-7FEE-05830E17541E}"/>
              </a:ext>
            </a:extLst>
          </p:cNvPr>
          <p:cNvSpPr/>
          <p:nvPr/>
        </p:nvSpPr>
        <p:spPr>
          <a:xfrm>
            <a:off x="240364" y="466208"/>
            <a:ext cx="5152190" cy="2054245"/>
          </a:xfrm>
          <a:prstGeom prst="roundRect">
            <a:avLst>
              <a:gd name="adj" fmla="val 417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Collection&lt;Animal&gt;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2399DB8-00A8-28E5-53CE-870A2E53A998}"/>
              </a:ext>
            </a:extLst>
          </p:cNvPr>
          <p:cNvSpPr/>
          <p:nvPr/>
        </p:nvSpPr>
        <p:spPr>
          <a:xfrm>
            <a:off x="996070" y="950933"/>
            <a:ext cx="4141789" cy="1231423"/>
          </a:xfrm>
          <a:prstGeom prst="roundRect">
            <a:avLst>
              <a:gd name="adj" fmla="val 875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List&lt;Animal&gt;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C7C8F6B-2118-270A-EE19-8D2939414295}"/>
              </a:ext>
            </a:extLst>
          </p:cNvPr>
          <p:cNvSpPr/>
          <p:nvPr/>
        </p:nvSpPr>
        <p:spPr>
          <a:xfrm>
            <a:off x="1391013" y="1415483"/>
            <a:ext cx="171651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ArrayList&lt;Animal&gt;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BCE6286-390A-156D-9AFD-F7C1522CA731}"/>
              </a:ext>
            </a:extLst>
          </p:cNvPr>
          <p:cNvSpPr/>
          <p:nvPr/>
        </p:nvSpPr>
        <p:spPr>
          <a:xfrm>
            <a:off x="3233002" y="1431771"/>
            <a:ext cx="177938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LinkedList&lt;Animal&gt;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9066914-1079-CE57-DAEB-C97A1FE4E7AF}"/>
              </a:ext>
            </a:extLst>
          </p:cNvPr>
          <p:cNvSpPr/>
          <p:nvPr/>
        </p:nvSpPr>
        <p:spPr>
          <a:xfrm>
            <a:off x="7494779" y="574563"/>
            <a:ext cx="4414808" cy="3968888"/>
          </a:xfrm>
          <a:prstGeom prst="roundRect">
            <a:avLst>
              <a:gd name="adj" fmla="val 2964"/>
            </a:avLst>
          </a:prstGeom>
          <a:solidFill>
            <a:schemeClr val="accent5">
              <a:lumMod val="60000"/>
              <a:lumOff val="4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super Mammal&gt;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B94F9F8-0280-E663-8105-63400A694958}"/>
              </a:ext>
            </a:extLst>
          </p:cNvPr>
          <p:cNvSpPr/>
          <p:nvPr/>
        </p:nvSpPr>
        <p:spPr>
          <a:xfrm>
            <a:off x="6885126" y="4790568"/>
            <a:ext cx="5152190" cy="1946309"/>
          </a:xfrm>
          <a:prstGeom prst="roundRect">
            <a:avLst>
              <a:gd name="adj" fmla="val 417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Collection&lt;Cat&gt;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926C89-F7D1-2B04-CEC6-49A4B9006258}"/>
              </a:ext>
            </a:extLst>
          </p:cNvPr>
          <p:cNvSpPr/>
          <p:nvPr/>
        </p:nvSpPr>
        <p:spPr>
          <a:xfrm>
            <a:off x="7640832" y="3111060"/>
            <a:ext cx="4141789" cy="1233476"/>
          </a:xfrm>
          <a:prstGeom prst="roundRect">
            <a:avLst>
              <a:gd name="adj" fmla="val 875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List&lt;Mammal&gt;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24F19BE-5CCA-7C29-9D97-4BEF8F4E1C83}"/>
              </a:ext>
            </a:extLst>
          </p:cNvPr>
          <p:cNvSpPr/>
          <p:nvPr/>
        </p:nvSpPr>
        <p:spPr>
          <a:xfrm>
            <a:off x="8035775" y="3577663"/>
            <a:ext cx="171651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ArrayList&lt;Mammal&gt;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76400DD-EAA9-7D7A-0572-5AA33F099249}"/>
              </a:ext>
            </a:extLst>
          </p:cNvPr>
          <p:cNvSpPr/>
          <p:nvPr/>
        </p:nvSpPr>
        <p:spPr>
          <a:xfrm>
            <a:off x="9877764" y="3593951"/>
            <a:ext cx="177938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LinkedList&lt;Mammal&gt;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134323C-0438-3B4B-8068-3C49FEEAC79F}"/>
              </a:ext>
            </a:extLst>
          </p:cNvPr>
          <p:cNvSpPr/>
          <p:nvPr/>
        </p:nvSpPr>
        <p:spPr>
          <a:xfrm>
            <a:off x="7640832" y="5215331"/>
            <a:ext cx="4141789" cy="1152876"/>
          </a:xfrm>
          <a:prstGeom prst="roundRect">
            <a:avLst>
              <a:gd name="adj" fmla="val 1051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List&lt;Cat&gt;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10D8F78-FFC3-AACD-A9D5-D9856C1B0580}"/>
              </a:ext>
            </a:extLst>
          </p:cNvPr>
          <p:cNvSpPr/>
          <p:nvPr/>
        </p:nvSpPr>
        <p:spPr>
          <a:xfrm>
            <a:off x="8035775" y="5568308"/>
            <a:ext cx="171651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ArrayList&lt;Cat&gt;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C69B8EC-960B-9E2B-BDFA-6142CFF1C67C}"/>
              </a:ext>
            </a:extLst>
          </p:cNvPr>
          <p:cNvSpPr/>
          <p:nvPr/>
        </p:nvSpPr>
        <p:spPr>
          <a:xfrm>
            <a:off x="9858240" y="5568308"/>
            <a:ext cx="177938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LinkedList&lt;Cat&gt;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4AEF238-7DF9-A7D3-DD13-9298693649D0}"/>
              </a:ext>
            </a:extLst>
          </p:cNvPr>
          <p:cNvSpPr/>
          <p:nvPr/>
        </p:nvSpPr>
        <p:spPr>
          <a:xfrm>
            <a:off x="7640832" y="950933"/>
            <a:ext cx="4141789" cy="1231423"/>
          </a:xfrm>
          <a:prstGeom prst="roundRect">
            <a:avLst>
              <a:gd name="adj" fmla="val 8751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List&lt;Animal&gt;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BD91B3-49C1-70B0-A166-C749E4319E1C}"/>
              </a:ext>
            </a:extLst>
          </p:cNvPr>
          <p:cNvSpPr/>
          <p:nvPr/>
        </p:nvSpPr>
        <p:spPr>
          <a:xfrm>
            <a:off x="8035775" y="1415483"/>
            <a:ext cx="171651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ArrayList&lt;Animal&gt;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4065FA9-516D-740D-5790-95475EDE2178}"/>
              </a:ext>
            </a:extLst>
          </p:cNvPr>
          <p:cNvSpPr/>
          <p:nvPr/>
        </p:nvSpPr>
        <p:spPr>
          <a:xfrm>
            <a:off x="9877764" y="1431771"/>
            <a:ext cx="1779382" cy="552781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dirty="0">
                <a:latin typeface="Consolas" panose="020B0609020204030204" pitchFamily="49" charset="0"/>
                <a:cs typeface="Consolas" panose="020B0609020204030204" pitchFamily="49" charset="0"/>
              </a:rPr>
              <a:t>LinkedList&lt;Animal&gt;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5C4525-11E4-3281-662D-B00EB6DA0A91}"/>
              </a:ext>
            </a:extLst>
          </p:cNvPr>
          <p:cNvSpPr txBox="1"/>
          <p:nvPr/>
        </p:nvSpPr>
        <p:spPr>
          <a:xfrm>
            <a:off x="2249269" y="57145"/>
            <a:ext cx="139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Covariantie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D4890E-3F40-12E2-8243-6FF222CC9640}"/>
              </a:ext>
            </a:extLst>
          </p:cNvPr>
          <p:cNvSpPr txBox="1"/>
          <p:nvPr/>
        </p:nvSpPr>
        <p:spPr>
          <a:xfrm>
            <a:off x="8848284" y="57145"/>
            <a:ext cx="1817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Contravariantie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5FFA536-39FD-8385-BE97-90B348895B4F}"/>
              </a:ext>
            </a:extLst>
          </p:cNvPr>
          <p:cNvSpPr/>
          <p:nvPr/>
        </p:nvSpPr>
        <p:spPr>
          <a:xfrm>
            <a:off x="5589410" y="2656434"/>
            <a:ext cx="1150717" cy="3965083"/>
          </a:xfrm>
          <a:prstGeom prst="roundRect">
            <a:avLst>
              <a:gd name="adj" fmla="val 10245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Mammal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F11D1847-460B-DACF-B320-0B82A88F1AD3}"/>
              </a:ext>
            </a:extLst>
          </p:cNvPr>
          <p:cNvSpPr/>
          <p:nvPr/>
        </p:nvSpPr>
        <p:spPr>
          <a:xfrm>
            <a:off x="5687838" y="4790568"/>
            <a:ext cx="942593" cy="1740067"/>
          </a:xfrm>
          <a:prstGeom prst="roundRect">
            <a:avLst>
              <a:gd name="adj" fmla="val 10245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dirty="0"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</a:p>
        </p:txBody>
      </p:sp>
    </p:spTree>
    <p:extLst>
      <p:ext uri="{BB962C8B-B14F-4D97-AF65-F5344CB8AC3E}">
        <p14:creationId xmlns:p14="http://schemas.microsoft.com/office/powerpoint/2010/main" val="3259036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C3E56-C455-B4D8-00AE-E08CFA50D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AA387CC-FB00-DA50-3A0F-0FF9348F5F4E}"/>
              </a:ext>
            </a:extLst>
          </p:cNvPr>
          <p:cNvSpPr/>
          <p:nvPr/>
        </p:nvSpPr>
        <p:spPr>
          <a:xfrm>
            <a:off x="736168" y="0"/>
            <a:ext cx="5359831" cy="643954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29EF913-059C-8BA4-E66A-E30149B4D612}"/>
              </a:ext>
            </a:extLst>
          </p:cNvPr>
          <p:cNvSpPr/>
          <p:nvPr/>
        </p:nvSpPr>
        <p:spPr>
          <a:xfrm>
            <a:off x="1255187" y="626177"/>
            <a:ext cx="3027405" cy="3381750"/>
          </a:xfrm>
          <a:prstGeom prst="roundRect">
            <a:avLst>
              <a:gd name="adj" fmla="val 2964"/>
            </a:avLst>
          </a:prstGeom>
          <a:solidFill>
            <a:schemeClr val="accent5">
              <a:lumMod val="60000"/>
              <a:lumOff val="40000"/>
              <a:alpha val="6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super Cat&gt;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180AED-7139-30FD-CEB1-43FC10DE5533}"/>
              </a:ext>
            </a:extLst>
          </p:cNvPr>
          <p:cNvSpPr/>
          <p:nvPr/>
        </p:nvSpPr>
        <p:spPr>
          <a:xfrm>
            <a:off x="1113084" y="2537472"/>
            <a:ext cx="3311611" cy="3274540"/>
          </a:xfrm>
          <a:prstGeom prst="roundRect">
            <a:avLst>
              <a:gd name="adj" fmla="val 2964"/>
            </a:avLst>
          </a:prstGeom>
          <a:solidFill>
            <a:schemeClr val="accent6">
              <a:lumMod val="60000"/>
              <a:lumOff val="40000"/>
              <a:alpha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extends Animal&gt;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51DFF3B2-6C5D-4ABB-1D0E-5555AA086C38}"/>
              </a:ext>
            </a:extLst>
          </p:cNvPr>
          <p:cNvSpPr/>
          <p:nvPr/>
        </p:nvSpPr>
        <p:spPr>
          <a:xfrm>
            <a:off x="4657241" y="2764220"/>
            <a:ext cx="1260083" cy="1175743"/>
          </a:xfrm>
          <a:prstGeom prst="roundRect">
            <a:avLst>
              <a:gd name="adj" fmla="val 1024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400" dirty="0">
                <a:latin typeface="Consolas" panose="020B0609020204030204" pitchFamily="49" charset="0"/>
                <a:cs typeface="Consolas" panose="020B0609020204030204" pitchFamily="49" charset="0"/>
              </a:rPr>
              <a:t>Animal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047F3B-1A43-A4AF-8D57-2792665C625A}"/>
              </a:ext>
            </a:extLst>
          </p:cNvPr>
          <p:cNvSpPr/>
          <p:nvPr/>
        </p:nvSpPr>
        <p:spPr>
          <a:xfrm>
            <a:off x="1425295" y="3290861"/>
            <a:ext cx="2687189" cy="1798014"/>
          </a:xfrm>
          <a:prstGeom prst="roundRect">
            <a:avLst>
              <a:gd name="adj" fmla="val 2964"/>
            </a:avLst>
          </a:prstGeom>
          <a:solidFill>
            <a:schemeClr val="accent6">
              <a:lumMod val="60000"/>
              <a:lumOff val="40000"/>
              <a:alpha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extends Cat&gt;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2FF51F-9433-51B1-AC1B-973C8A4B6031}"/>
              </a:ext>
            </a:extLst>
          </p:cNvPr>
          <p:cNvSpPr/>
          <p:nvPr/>
        </p:nvSpPr>
        <p:spPr>
          <a:xfrm>
            <a:off x="2026822" y="3444514"/>
            <a:ext cx="1484135" cy="450048"/>
          </a:xfrm>
          <a:prstGeom prst="roundRect">
            <a:avLst>
              <a:gd name="adj" fmla="val 10510"/>
            </a:avLst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List&lt;Cat&gt;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59EFB56-42D9-AD95-354B-CA12A2D51167}"/>
              </a:ext>
            </a:extLst>
          </p:cNvPr>
          <p:cNvSpPr/>
          <p:nvPr/>
        </p:nvSpPr>
        <p:spPr>
          <a:xfrm>
            <a:off x="1425295" y="1262281"/>
            <a:ext cx="2687189" cy="1915298"/>
          </a:xfrm>
          <a:prstGeom prst="roundRect">
            <a:avLst>
              <a:gd name="adj" fmla="val 2964"/>
            </a:avLst>
          </a:prstGeom>
          <a:solidFill>
            <a:schemeClr val="accent5">
              <a:lumMod val="60000"/>
              <a:lumOff val="40000"/>
              <a:alpha val="6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super Animal&gt;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6D20E5-5209-8C7E-7CDB-64774F2B27C4}"/>
              </a:ext>
            </a:extLst>
          </p:cNvPr>
          <p:cNvSpPr txBox="1"/>
          <p:nvPr/>
        </p:nvSpPr>
        <p:spPr>
          <a:xfrm>
            <a:off x="2070589" y="6015248"/>
            <a:ext cx="139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6"/>
                </a:solidFill>
              </a:rPr>
              <a:t>Covariantie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920FE9-AC0A-C5F0-31A5-3FE4E9871D66}"/>
              </a:ext>
            </a:extLst>
          </p:cNvPr>
          <p:cNvSpPr txBox="1"/>
          <p:nvPr/>
        </p:nvSpPr>
        <p:spPr>
          <a:xfrm>
            <a:off x="1860082" y="52117"/>
            <a:ext cx="1817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/>
                </a:solidFill>
              </a:rPr>
              <a:t>Contravariantie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386E881-8DC7-3CB0-4CA4-F78BA291F7EA}"/>
              </a:ext>
            </a:extLst>
          </p:cNvPr>
          <p:cNvSpPr/>
          <p:nvPr/>
        </p:nvSpPr>
        <p:spPr>
          <a:xfrm>
            <a:off x="4854097" y="3290861"/>
            <a:ext cx="937103" cy="424902"/>
          </a:xfrm>
          <a:prstGeom prst="roundRect">
            <a:avLst>
              <a:gd name="adj" fmla="val 10245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400" dirty="0"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3A71F1A-7853-9F8B-FC88-B9B13549C14B}"/>
              </a:ext>
            </a:extLst>
          </p:cNvPr>
          <p:cNvSpPr/>
          <p:nvPr/>
        </p:nvSpPr>
        <p:spPr>
          <a:xfrm>
            <a:off x="2026822" y="2626038"/>
            <a:ext cx="1484135" cy="437447"/>
          </a:xfrm>
          <a:prstGeom prst="roundRect">
            <a:avLst>
              <a:gd name="adj" fmla="val 8751"/>
            </a:avLst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List&lt;Animal&gt;</a:t>
            </a:r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631AFBFD-A7C3-5079-FF73-55D3B71272A0}"/>
              </a:ext>
            </a:extLst>
          </p:cNvPr>
          <p:cNvSpPr/>
          <p:nvPr/>
        </p:nvSpPr>
        <p:spPr>
          <a:xfrm>
            <a:off x="2655305" y="1019055"/>
            <a:ext cx="227166" cy="243226"/>
          </a:xfrm>
          <a:prstGeom prst="up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E0D2A9A1-0645-646D-5D04-74EDA4D00E27}"/>
              </a:ext>
            </a:extLst>
          </p:cNvPr>
          <p:cNvSpPr/>
          <p:nvPr/>
        </p:nvSpPr>
        <p:spPr>
          <a:xfrm>
            <a:off x="2655305" y="381460"/>
            <a:ext cx="227166" cy="243226"/>
          </a:xfrm>
          <a:prstGeom prst="up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8E8800F1-1014-8AB3-6A05-255F058BAE31}"/>
              </a:ext>
            </a:extLst>
          </p:cNvPr>
          <p:cNvSpPr/>
          <p:nvPr/>
        </p:nvSpPr>
        <p:spPr>
          <a:xfrm rot="10800000">
            <a:off x="2655305" y="5088874"/>
            <a:ext cx="227166" cy="243226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25F71F95-6E4D-28CD-EFE7-C5A45B52A381}"/>
              </a:ext>
            </a:extLst>
          </p:cNvPr>
          <p:cNvSpPr/>
          <p:nvPr/>
        </p:nvSpPr>
        <p:spPr>
          <a:xfrm rot="10800000">
            <a:off x="2655305" y="5812012"/>
            <a:ext cx="227166" cy="243226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12157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A816C-FDC0-7A18-0073-7A867C54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61AB3B4-D1EB-C548-EF81-6FB40845C301}"/>
              </a:ext>
            </a:extLst>
          </p:cNvPr>
          <p:cNvSpPr/>
          <p:nvPr/>
        </p:nvSpPr>
        <p:spPr>
          <a:xfrm>
            <a:off x="736168" y="0"/>
            <a:ext cx="4006313" cy="55018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F3AE05-F45B-4946-F7AA-4833E2010091}"/>
              </a:ext>
            </a:extLst>
          </p:cNvPr>
          <p:cNvSpPr/>
          <p:nvPr/>
        </p:nvSpPr>
        <p:spPr>
          <a:xfrm>
            <a:off x="1255187" y="626176"/>
            <a:ext cx="3247071" cy="2582305"/>
          </a:xfrm>
          <a:prstGeom prst="roundRect">
            <a:avLst>
              <a:gd name="adj" fmla="val 2964"/>
            </a:avLst>
          </a:prstGeom>
          <a:solidFill>
            <a:schemeClr val="accent5">
              <a:lumMod val="60000"/>
              <a:lumOff val="40000"/>
              <a:alpha val="6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super Cat&gt;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C4C1250-96DB-4264-6270-3E2F7CEB0621}"/>
              </a:ext>
            </a:extLst>
          </p:cNvPr>
          <p:cNvSpPr/>
          <p:nvPr/>
        </p:nvSpPr>
        <p:spPr>
          <a:xfrm>
            <a:off x="1139125" y="1828800"/>
            <a:ext cx="3479370" cy="2930732"/>
          </a:xfrm>
          <a:prstGeom prst="roundRect">
            <a:avLst>
              <a:gd name="adj" fmla="val 2964"/>
            </a:avLst>
          </a:prstGeom>
          <a:solidFill>
            <a:schemeClr val="accent6">
              <a:lumMod val="60000"/>
              <a:lumOff val="40000"/>
              <a:alpha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List&lt;? extends Cat&gt;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6CE2B2-95A2-67A0-6702-8294BD12D230}"/>
              </a:ext>
            </a:extLst>
          </p:cNvPr>
          <p:cNvSpPr txBox="1"/>
          <p:nvPr/>
        </p:nvSpPr>
        <p:spPr>
          <a:xfrm>
            <a:off x="2275921" y="4969668"/>
            <a:ext cx="139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6"/>
                </a:solidFill>
              </a:rPr>
              <a:t>Covariantie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D36CA9-D448-55C2-48DA-483EA514E0A8}"/>
              </a:ext>
            </a:extLst>
          </p:cNvPr>
          <p:cNvSpPr txBox="1"/>
          <p:nvPr/>
        </p:nvSpPr>
        <p:spPr>
          <a:xfrm>
            <a:off x="2065415" y="52117"/>
            <a:ext cx="1817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b="1" dirty="0">
                <a:solidFill>
                  <a:schemeClr val="accent5"/>
                </a:solidFill>
              </a:rPr>
              <a:t>Contravariantie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C1C547E-6507-384D-42CB-C89ADAC765A7}"/>
              </a:ext>
            </a:extLst>
          </p:cNvPr>
          <p:cNvSpPr/>
          <p:nvPr/>
        </p:nvSpPr>
        <p:spPr>
          <a:xfrm>
            <a:off x="1425295" y="1898386"/>
            <a:ext cx="2914230" cy="1216786"/>
          </a:xfrm>
          <a:prstGeom prst="roundRect">
            <a:avLst>
              <a:gd name="adj" fmla="val 8751"/>
            </a:avLst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List&lt;Cat&gt;</a:t>
            </a:r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063F1F41-9EB2-C887-729C-8CEAEBF0C258}"/>
              </a:ext>
            </a:extLst>
          </p:cNvPr>
          <p:cNvSpPr/>
          <p:nvPr/>
        </p:nvSpPr>
        <p:spPr>
          <a:xfrm>
            <a:off x="2860638" y="1019055"/>
            <a:ext cx="227166" cy="243226"/>
          </a:xfrm>
          <a:prstGeom prst="up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100B512E-986B-3811-9AE5-BB61EB6B2E37}"/>
              </a:ext>
            </a:extLst>
          </p:cNvPr>
          <p:cNvSpPr/>
          <p:nvPr/>
        </p:nvSpPr>
        <p:spPr>
          <a:xfrm>
            <a:off x="2860638" y="381460"/>
            <a:ext cx="227166" cy="243226"/>
          </a:xfrm>
          <a:prstGeom prst="upArrow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E2BA0D1F-7E57-EAEF-0D0F-700D82094506}"/>
              </a:ext>
            </a:extLst>
          </p:cNvPr>
          <p:cNvSpPr/>
          <p:nvPr/>
        </p:nvSpPr>
        <p:spPr>
          <a:xfrm rot="10800000">
            <a:off x="2860639" y="4048263"/>
            <a:ext cx="227166" cy="243226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9EF6C422-9AB8-9A5A-D315-92885CD1C730}"/>
              </a:ext>
            </a:extLst>
          </p:cNvPr>
          <p:cNvSpPr/>
          <p:nvPr/>
        </p:nvSpPr>
        <p:spPr>
          <a:xfrm rot="10800000">
            <a:off x="2860639" y="4766432"/>
            <a:ext cx="227166" cy="243226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D85CCCF-0974-94DD-759D-5826A5509DA6}"/>
              </a:ext>
            </a:extLst>
          </p:cNvPr>
          <p:cNvSpPr/>
          <p:nvPr/>
        </p:nvSpPr>
        <p:spPr>
          <a:xfrm>
            <a:off x="1860082" y="1262281"/>
            <a:ext cx="2223722" cy="1604694"/>
          </a:xfrm>
          <a:prstGeom prst="roundRect">
            <a:avLst>
              <a:gd name="adj" fmla="val 2964"/>
            </a:avLst>
          </a:prstGeom>
          <a:solidFill>
            <a:schemeClr val="accent5">
              <a:lumMod val="60000"/>
              <a:lumOff val="40000"/>
              <a:alpha val="6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ArrayList&lt;? super Cat&gt;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F3D0361-5A84-265A-94A4-85471C03E8F3}"/>
              </a:ext>
            </a:extLst>
          </p:cNvPr>
          <p:cNvSpPr/>
          <p:nvPr/>
        </p:nvSpPr>
        <p:spPr>
          <a:xfrm>
            <a:off x="1766806" y="2250249"/>
            <a:ext cx="2409987" cy="1798014"/>
          </a:xfrm>
          <a:prstGeom prst="roundRect">
            <a:avLst>
              <a:gd name="adj" fmla="val 2964"/>
            </a:avLst>
          </a:prstGeom>
          <a:solidFill>
            <a:schemeClr val="accent6">
              <a:lumMod val="60000"/>
              <a:lumOff val="40000"/>
              <a:alpha val="6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ArrayList&lt;? extends Cat&gt;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6F61D1-5563-8B8C-A48C-76B475DD8B31}"/>
              </a:ext>
            </a:extLst>
          </p:cNvPr>
          <p:cNvSpPr/>
          <p:nvPr/>
        </p:nvSpPr>
        <p:spPr>
          <a:xfrm>
            <a:off x="2114747" y="2315067"/>
            <a:ext cx="1718948" cy="430094"/>
          </a:xfrm>
          <a:prstGeom prst="roundRect">
            <a:avLst>
              <a:gd name="adj" fmla="val 8751"/>
            </a:avLst>
          </a:prstGeom>
          <a:solidFill>
            <a:schemeClr val="bg1">
              <a:lumMod val="85000"/>
            </a:schemeClr>
          </a:solidFill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t"/>
          <a:lstStyle/>
          <a:p>
            <a:pPr algn="ctr"/>
            <a:r>
              <a:rPr lang="en-BE" sz="1200" b="1" dirty="0">
                <a:latin typeface="Consolas" panose="020B0609020204030204" pitchFamily="49" charset="0"/>
                <a:cs typeface="Consolas" panose="020B0609020204030204" pitchFamily="49" charset="0"/>
              </a:rPr>
              <a:t>ArrayList&lt;Cat&gt;</a:t>
            </a:r>
          </a:p>
        </p:txBody>
      </p:sp>
    </p:spTree>
    <p:extLst>
      <p:ext uri="{BB962C8B-B14F-4D97-AF65-F5344CB8AC3E}">
        <p14:creationId xmlns:p14="http://schemas.microsoft.com/office/powerpoint/2010/main" val="318359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284</Words>
  <Application>Microsoft Macintosh PowerPoint</Application>
  <PresentationFormat>Widescreen</PresentationFormat>
  <Paragraphs>80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Yskout</dc:creator>
  <cp:lastModifiedBy>Koen Yskout</cp:lastModifiedBy>
  <cp:revision>13</cp:revision>
  <dcterms:created xsi:type="dcterms:W3CDTF">2026-03-03T09:41:10Z</dcterms:created>
  <dcterms:modified xsi:type="dcterms:W3CDTF">2026-03-03T12:26:15Z</dcterms:modified>
</cp:coreProperties>
</file>
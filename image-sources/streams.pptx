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577E1-7E0B-894B-E2FA-489EF1FF7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644DF-9D9D-2D89-F8BF-9ACD31EAA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8FE97-E63E-007A-1A20-DDFC97A31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3009-9438-1143-8AD4-7386E70F8050}" type="datetimeFigureOut">
              <a:rPr lang="en-BE" smtClean="0"/>
              <a:t>19/03/2026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013D7-6A8C-4691-E50F-BE7E3D6EE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2D0AF-0525-079E-2891-E655357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BD5C-55F3-DA4E-B5DD-B5D6F9A7DCD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9920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2B06-8249-45A1-79C9-A15C060E6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74920-0A10-6BA4-8E64-04BC62BE0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8344F-CE45-286B-EF5B-44688BD4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3009-9438-1143-8AD4-7386E70F8050}" type="datetimeFigureOut">
              <a:rPr lang="en-BE" smtClean="0"/>
              <a:t>19/03/2026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0F5A4-2EEF-1299-43BB-9E0C68354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ECEAC-A1D9-9748-B3B2-F65D1C12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BD5C-55F3-DA4E-B5DD-B5D6F9A7DCD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84693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8BC89-93DB-7049-FA1B-967E3B95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03B34-DEA9-79EB-3DEF-3A094BC02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C5321-301C-C6C5-7AE5-238DC70B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3009-9438-1143-8AD4-7386E70F8050}" type="datetimeFigureOut">
              <a:rPr lang="en-BE" smtClean="0"/>
              <a:t>19/03/2026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7CB11-2FB2-2657-4B1C-8D00CDCD0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A4DB0-FF5F-7C31-9515-A010A920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BD5C-55F3-DA4E-B5DD-B5D6F9A7DCD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549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0F765-95C2-C6A9-7562-EE78A4248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1F3D-7497-4249-9C64-95E4D6971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DF0A1-0050-7472-BCFF-FE91D16F8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39B5D-0439-82D4-8ED9-9CBD71888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3009-9438-1143-8AD4-7386E70F8050}" type="datetimeFigureOut">
              <a:rPr lang="en-BE" smtClean="0"/>
              <a:t>19/03/2026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AC161-882A-B527-3670-62A36F9B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5A211-5324-90A9-11DB-15C8774B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BD5C-55F3-DA4E-B5DD-B5D6F9A7DCD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5430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16C9-1975-C9A4-F0CC-9B9E477DA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5090A-8FF8-2728-CDF6-83CA1F9DF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41B20-A0A5-3EE1-4AD9-139E0C32C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991F30-21A8-68E7-EEFA-669952AE1D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9F593-B319-EC4F-FD32-1C69E1152B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E94254-5F70-55C6-FB9A-9D2EFAB54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3009-9438-1143-8AD4-7386E70F8050}" type="datetimeFigureOut">
              <a:rPr lang="en-BE" smtClean="0"/>
              <a:t>19/03/2026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FF52B-5D21-AF2A-6516-C52DA8B8F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6A7A3-E624-67EA-2BD9-C924EF04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BD5C-55F3-DA4E-B5DD-B5D6F9A7DCD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4700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88BC-FEAD-7E92-5730-1306CE49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599E2-9842-3ECF-6921-711FC7840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3009-9438-1143-8AD4-7386E70F8050}" type="datetimeFigureOut">
              <a:rPr lang="en-BE" smtClean="0"/>
              <a:t>19/03/2026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1F90B-B406-807F-9E66-88C79FD83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86738-A0FD-0BD7-0E7B-DA10D690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BD5C-55F3-DA4E-B5DD-B5D6F9A7DCD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9003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5ADE4-2C74-6012-F081-39B3F5B2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3009-9438-1143-8AD4-7386E70F8050}" type="datetimeFigureOut">
              <a:rPr lang="en-BE" smtClean="0"/>
              <a:t>19/03/2026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DF3872-2B46-05CA-50F9-8B266ACF2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90E95-828A-DCA3-18CB-90993FC3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BD5C-55F3-DA4E-B5DD-B5D6F9A7DCD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4499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CC077-F54F-163B-BB50-DA54990D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9EED3-1309-D679-09F7-8A0F3F0DA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28B3B-B79D-3209-B399-F24245650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7941C-DF32-2BF3-A19A-863415EDE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3009-9438-1143-8AD4-7386E70F8050}" type="datetimeFigureOut">
              <a:rPr lang="en-BE" smtClean="0"/>
              <a:t>19/03/2026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4F3D1-0C3D-F837-5F8F-3E208045B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FFC6B-AC80-A4A3-FD0F-AFE694BF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BD5C-55F3-DA4E-B5DD-B5D6F9A7DCD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70177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20F9-E8BA-DB47-AD22-A3DABAF73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66A404-5E47-6F63-E639-2323B15BD5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A947F-D682-BC4A-4609-A5DFBF4EA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500E2-F9EC-1648-5CC5-14ACACFBC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3009-9438-1143-8AD4-7386E70F8050}" type="datetimeFigureOut">
              <a:rPr lang="en-BE" smtClean="0"/>
              <a:t>19/03/2026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B7ED2-2D4E-EF25-EC24-09E98A13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89997-2B7D-30B2-8AA8-21E94EBE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BD5C-55F3-DA4E-B5DD-B5D6F9A7DCD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0237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7FF7E-C878-E9D3-DFE3-A763EEEE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4C9CB-8591-CA53-9A14-4847938AC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3292C-07FD-EACF-B461-782BDB70C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3009-9438-1143-8AD4-7386E70F8050}" type="datetimeFigureOut">
              <a:rPr lang="en-BE" smtClean="0"/>
              <a:t>19/03/2026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66248-222B-C73F-283F-B1A4611F8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D63DE-FD26-287A-7F31-F43EA2D22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BD5C-55F3-DA4E-B5DD-B5D6F9A7DCD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8326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BBB56-7558-48EF-9436-17797C818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5E150-EC7E-8CDF-F7CA-D0193194A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AB949-FE7B-6672-1BCF-61AD6790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3009-9438-1143-8AD4-7386E70F8050}" type="datetimeFigureOut">
              <a:rPr lang="en-BE" smtClean="0"/>
              <a:t>19/03/2026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087BA-BAFC-346D-EED1-117D76A54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EF283-570A-8E90-54AE-3854999B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7BD5C-55F3-DA4E-B5DD-B5D6F9A7DCD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5372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9C5F91-8DA0-FE9C-576A-8DBDE584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E3606-1028-49A7-3307-4DEB4B4D1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DE6CA-B812-CC25-DE62-6C4B8DA325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B3009-9438-1143-8AD4-7386E70F8050}" type="datetimeFigureOut">
              <a:rPr lang="en-BE" smtClean="0"/>
              <a:t>19/03/2026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3723B-9CDA-AC0B-3989-F0054B5F7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C3504-930B-610D-9335-EEE3AFFF5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7BD5C-55F3-DA4E-B5DD-B5D6F9A7DCD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8965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34636D-FA9B-26FC-AB21-BF16BAA6A837}"/>
              </a:ext>
            </a:extLst>
          </p:cNvPr>
          <p:cNvSpPr/>
          <p:nvPr/>
        </p:nvSpPr>
        <p:spPr>
          <a:xfrm>
            <a:off x="2004164" y="864296"/>
            <a:ext cx="4505493" cy="7515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59E2A4-94C0-2CA6-3128-00C2130797A9}"/>
              </a:ext>
            </a:extLst>
          </p:cNvPr>
          <p:cNvSpPr/>
          <p:nvPr/>
        </p:nvSpPr>
        <p:spPr>
          <a:xfrm>
            <a:off x="2265421" y="1005810"/>
            <a:ext cx="456007" cy="43110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B8327C-887A-8E77-F230-F35CB7B5D4DD}"/>
              </a:ext>
            </a:extLst>
          </p:cNvPr>
          <p:cNvSpPr/>
          <p:nvPr/>
        </p:nvSpPr>
        <p:spPr>
          <a:xfrm>
            <a:off x="3441079" y="1005810"/>
            <a:ext cx="456007" cy="43110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A1C972-1F1B-B9B1-0CBA-A4CA4C2DA056}"/>
              </a:ext>
            </a:extLst>
          </p:cNvPr>
          <p:cNvSpPr/>
          <p:nvPr/>
        </p:nvSpPr>
        <p:spPr>
          <a:xfrm>
            <a:off x="4616737" y="1005810"/>
            <a:ext cx="456007" cy="43110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3C87A3-1D2F-F5AB-1577-BDADD97B0429}"/>
              </a:ext>
            </a:extLst>
          </p:cNvPr>
          <p:cNvSpPr/>
          <p:nvPr/>
        </p:nvSpPr>
        <p:spPr>
          <a:xfrm>
            <a:off x="5792395" y="1005810"/>
            <a:ext cx="456007" cy="43110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3476CD-0D16-592D-39BC-43F09F61090F}"/>
              </a:ext>
            </a:extLst>
          </p:cNvPr>
          <p:cNvSpPr/>
          <p:nvPr/>
        </p:nvSpPr>
        <p:spPr>
          <a:xfrm>
            <a:off x="1208908" y="2328423"/>
            <a:ext cx="489858" cy="48553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6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0BE058B-83B7-0762-19DB-8E73E3138E68}"/>
              </a:ext>
            </a:extLst>
          </p:cNvPr>
          <p:cNvSpPr/>
          <p:nvPr/>
        </p:nvSpPr>
        <p:spPr>
          <a:xfrm>
            <a:off x="2112424" y="219019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sz="4000" dirty="0"/>
              <a:t>+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9B15A4-1850-0405-F947-9FDF066C7779}"/>
              </a:ext>
            </a:extLst>
          </p:cNvPr>
          <p:cNvSpPr/>
          <p:nvPr/>
        </p:nvSpPr>
        <p:spPr>
          <a:xfrm>
            <a:off x="3288082" y="219019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sz="4000" dirty="0"/>
              <a:t>+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A08858-1430-4577-AFDA-5771FD07E878}"/>
              </a:ext>
            </a:extLst>
          </p:cNvPr>
          <p:cNvSpPr/>
          <p:nvPr/>
        </p:nvSpPr>
        <p:spPr>
          <a:xfrm>
            <a:off x="4463740" y="219019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sz="4000" dirty="0"/>
              <a:t>+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4EC123-66FA-6C89-2285-BA6211B1B0B3}"/>
              </a:ext>
            </a:extLst>
          </p:cNvPr>
          <p:cNvSpPr/>
          <p:nvPr/>
        </p:nvSpPr>
        <p:spPr>
          <a:xfrm>
            <a:off x="5639398" y="219019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sz="4000" dirty="0"/>
              <a:t>+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85792A-4E09-B4F9-3444-04222A06D5C5}"/>
              </a:ext>
            </a:extLst>
          </p:cNvPr>
          <p:cNvCxnSpPr>
            <a:stCxn id="5" idx="2"/>
            <a:endCxn id="15" idx="0"/>
          </p:cNvCxnSpPr>
          <p:nvPr/>
        </p:nvCxnSpPr>
        <p:spPr>
          <a:xfrm flipH="1">
            <a:off x="2493424" y="1436914"/>
            <a:ext cx="1" cy="7532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38B4E0-7135-1D7C-33DC-FEF7FEFE3434}"/>
              </a:ext>
            </a:extLst>
          </p:cNvPr>
          <p:cNvCxnSpPr>
            <a:cxnSpLocks/>
            <a:stCxn id="14" idx="3"/>
            <a:endCxn id="15" idx="2"/>
          </p:cNvCxnSpPr>
          <p:nvPr/>
        </p:nvCxnSpPr>
        <p:spPr>
          <a:xfrm>
            <a:off x="1698766" y="2571190"/>
            <a:ext cx="4136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540ADC-CDF4-F723-74EB-EB68948EAE7E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flipH="1">
            <a:off x="3669082" y="1436914"/>
            <a:ext cx="1" cy="7532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192F9E5-64B0-2AF3-51B3-BA4D8016CA21}"/>
              </a:ext>
            </a:extLst>
          </p:cNvPr>
          <p:cNvCxnSpPr>
            <a:cxnSpLocks/>
          </p:cNvCxnSpPr>
          <p:nvPr/>
        </p:nvCxnSpPr>
        <p:spPr>
          <a:xfrm flipH="1">
            <a:off x="4844740" y="1436914"/>
            <a:ext cx="1" cy="7532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D0E1D8-62C6-091E-01F9-74A5563CE1AB}"/>
              </a:ext>
            </a:extLst>
          </p:cNvPr>
          <p:cNvCxnSpPr>
            <a:cxnSpLocks/>
          </p:cNvCxnSpPr>
          <p:nvPr/>
        </p:nvCxnSpPr>
        <p:spPr>
          <a:xfrm flipH="1">
            <a:off x="6020398" y="1436914"/>
            <a:ext cx="1" cy="7532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07EAA85-2EC8-38F2-A93B-C2903C0D3033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2874424" y="2571190"/>
            <a:ext cx="4136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BA338DA-CF96-27E3-45D6-C5DF59F9F814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4050082" y="2571190"/>
            <a:ext cx="4136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67C753-AC9D-562F-007C-23B177335031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5225740" y="2571190"/>
            <a:ext cx="4136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E2BB41-D21C-A9A9-A991-212575DEF484}"/>
              </a:ext>
            </a:extLst>
          </p:cNvPr>
          <p:cNvCxnSpPr>
            <a:cxnSpLocks/>
          </p:cNvCxnSpPr>
          <p:nvPr/>
        </p:nvCxnSpPr>
        <p:spPr>
          <a:xfrm flipH="1">
            <a:off x="6020398" y="2952190"/>
            <a:ext cx="1" cy="7532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76C5882A-5CE6-92E1-FC5B-DF8DE1FECE24}"/>
              </a:ext>
            </a:extLst>
          </p:cNvPr>
          <p:cNvSpPr/>
          <p:nvPr/>
        </p:nvSpPr>
        <p:spPr>
          <a:xfrm>
            <a:off x="5792396" y="3690259"/>
            <a:ext cx="456007" cy="43110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5" name="Rectangular Callout 44">
            <a:extLst>
              <a:ext uri="{FF2B5EF4-FFF2-40B4-BE49-F238E27FC236}">
                <a16:creationId xmlns:a16="http://schemas.microsoft.com/office/drawing/2014/main" id="{205F31A3-8966-50BC-D729-C0CA2AD1E244}"/>
              </a:ext>
            </a:extLst>
          </p:cNvPr>
          <p:cNvSpPr/>
          <p:nvPr/>
        </p:nvSpPr>
        <p:spPr>
          <a:xfrm>
            <a:off x="969426" y="3089977"/>
            <a:ext cx="1034738" cy="446316"/>
          </a:xfrm>
          <a:prstGeom prst="wedgeRectCallout">
            <a:avLst>
              <a:gd name="adj1" fmla="val -8209"/>
              <a:gd name="adj2" fmla="val -13262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dirty="0"/>
              <a:t>identity</a:t>
            </a:r>
          </a:p>
        </p:txBody>
      </p:sp>
      <p:sp>
        <p:nvSpPr>
          <p:cNvPr id="46" name="Rectangular Callout 45">
            <a:extLst>
              <a:ext uri="{FF2B5EF4-FFF2-40B4-BE49-F238E27FC236}">
                <a16:creationId xmlns:a16="http://schemas.microsoft.com/office/drawing/2014/main" id="{4B08D77C-3662-58B2-2818-547A7FBFA382}"/>
              </a:ext>
            </a:extLst>
          </p:cNvPr>
          <p:cNvSpPr/>
          <p:nvPr/>
        </p:nvSpPr>
        <p:spPr>
          <a:xfrm>
            <a:off x="3029230" y="3242821"/>
            <a:ext cx="1577225" cy="446316"/>
          </a:xfrm>
          <a:prstGeom prst="wedgeRectCallout">
            <a:avLst>
              <a:gd name="adj1" fmla="val -8209"/>
              <a:gd name="adj2" fmla="val -13262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dirty="0"/>
              <a:t>accumulator</a:t>
            </a:r>
          </a:p>
        </p:txBody>
      </p:sp>
    </p:spTree>
    <p:extLst>
      <p:ext uri="{BB962C8B-B14F-4D97-AF65-F5344CB8AC3E}">
        <p14:creationId xmlns:p14="http://schemas.microsoft.com/office/powerpoint/2010/main" val="586410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34636D-FA9B-26FC-AB21-BF16BAA6A837}"/>
              </a:ext>
            </a:extLst>
          </p:cNvPr>
          <p:cNvSpPr/>
          <p:nvPr/>
        </p:nvSpPr>
        <p:spPr>
          <a:xfrm>
            <a:off x="4518764" y="573436"/>
            <a:ext cx="5137464" cy="7515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59E2A4-94C0-2CA6-3128-00C2130797A9}"/>
              </a:ext>
            </a:extLst>
          </p:cNvPr>
          <p:cNvSpPr/>
          <p:nvPr/>
        </p:nvSpPr>
        <p:spPr>
          <a:xfrm>
            <a:off x="4780021" y="714950"/>
            <a:ext cx="456007" cy="43110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B8327C-887A-8E77-F230-F35CB7B5D4DD}"/>
              </a:ext>
            </a:extLst>
          </p:cNvPr>
          <p:cNvSpPr/>
          <p:nvPr/>
        </p:nvSpPr>
        <p:spPr>
          <a:xfrm>
            <a:off x="5955679" y="714950"/>
            <a:ext cx="456007" cy="43110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A1C972-1F1B-B9B1-0CBA-A4CA4C2DA056}"/>
              </a:ext>
            </a:extLst>
          </p:cNvPr>
          <p:cNvSpPr/>
          <p:nvPr/>
        </p:nvSpPr>
        <p:spPr>
          <a:xfrm>
            <a:off x="7871567" y="714950"/>
            <a:ext cx="456007" cy="43110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3C87A3-1D2F-F5AB-1577-BDADD97B0429}"/>
              </a:ext>
            </a:extLst>
          </p:cNvPr>
          <p:cNvSpPr/>
          <p:nvPr/>
        </p:nvSpPr>
        <p:spPr>
          <a:xfrm>
            <a:off x="9047225" y="714950"/>
            <a:ext cx="456007" cy="43110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3476CD-0D16-592D-39BC-43F09F61090F}"/>
              </a:ext>
            </a:extLst>
          </p:cNvPr>
          <p:cNvSpPr/>
          <p:nvPr/>
        </p:nvSpPr>
        <p:spPr>
          <a:xfrm>
            <a:off x="3723508" y="2037563"/>
            <a:ext cx="489858" cy="48553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6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0BE058B-83B7-0762-19DB-8E73E3138E68}"/>
              </a:ext>
            </a:extLst>
          </p:cNvPr>
          <p:cNvSpPr/>
          <p:nvPr/>
        </p:nvSpPr>
        <p:spPr>
          <a:xfrm>
            <a:off x="4627024" y="189933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sz="4000" dirty="0"/>
              <a:t>+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9B15A4-1850-0405-F947-9FDF066C7779}"/>
              </a:ext>
            </a:extLst>
          </p:cNvPr>
          <p:cNvSpPr/>
          <p:nvPr/>
        </p:nvSpPr>
        <p:spPr>
          <a:xfrm>
            <a:off x="5802682" y="189933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sz="4000" dirty="0"/>
              <a:t>+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A08858-1430-4577-AFDA-5771FD07E878}"/>
              </a:ext>
            </a:extLst>
          </p:cNvPr>
          <p:cNvSpPr/>
          <p:nvPr/>
        </p:nvSpPr>
        <p:spPr>
          <a:xfrm>
            <a:off x="7718570" y="189933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sz="4000" dirty="0"/>
              <a:t>+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4EC123-66FA-6C89-2285-BA6211B1B0B3}"/>
              </a:ext>
            </a:extLst>
          </p:cNvPr>
          <p:cNvSpPr/>
          <p:nvPr/>
        </p:nvSpPr>
        <p:spPr>
          <a:xfrm>
            <a:off x="8894228" y="189933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sz="4000" dirty="0"/>
              <a:t>+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85792A-4E09-B4F9-3444-04222A06D5C5}"/>
              </a:ext>
            </a:extLst>
          </p:cNvPr>
          <p:cNvCxnSpPr>
            <a:stCxn id="5" idx="2"/>
            <a:endCxn id="15" idx="0"/>
          </p:cNvCxnSpPr>
          <p:nvPr/>
        </p:nvCxnSpPr>
        <p:spPr>
          <a:xfrm flipH="1">
            <a:off x="5008024" y="1146054"/>
            <a:ext cx="1" cy="7532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38B4E0-7135-1D7C-33DC-FEF7FEFE3434}"/>
              </a:ext>
            </a:extLst>
          </p:cNvPr>
          <p:cNvCxnSpPr>
            <a:cxnSpLocks/>
            <a:stCxn id="14" idx="3"/>
            <a:endCxn id="15" idx="2"/>
          </p:cNvCxnSpPr>
          <p:nvPr/>
        </p:nvCxnSpPr>
        <p:spPr>
          <a:xfrm>
            <a:off x="4213366" y="2280330"/>
            <a:ext cx="4136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540ADC-CDF4-F723-74EB-EB68948EAE7E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flipH="1">
            <a:off x="6183682" y="1146054"/>
            <a:ext cx="1" cy="7532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192F9E5-64B0-2AF3-51B3-BA4D8016CA21}"/>
              </a:ext>
            </a:extLst>
          </p:cNvPr>
          <p:cNvCxnSpPr>
            <a:cxnSpLocks/>
          </p:cNvCxnSpPr>
          <p:nvPr/>
        </p:nvCxnSpPr>
        <p:spPr>
          <a:xfrm flipH="1">
            <a:off x="8099570" y="1146054"/>
            <a:ext cx="1" cy="7532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D0E1D8-62C6-091E-01F9-74A5563CE1AB}"/>
              </a:ext>
            </a:extLst>
          </p:cNvPr>
          <p:cNvCxnSpPr>
            <a:cxnSpLocks/>
          </p:cNvCxnSpPr>
          <p:nvPr/>
        </p:nvCxnSpPr>
        <p:spPr>
          <a:xfrm flipH="1">
            <a:off x="9275228" y="1146054"/>
            <a:ext cx="1" cy="7532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07EAA85-2EC8-38F2-A93B-C2903C0D3033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5389024" y="2280330"/>
            <a:ext cx="4136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67C753-AC9D-562F-007C-23B177335031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8480570" y="2280330"/>
            <a:ext cx="4136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E2BB41-D21C-A9A9-A991-212575DEF484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9275229" y="2661330"/>
            <a:ext cx="1" cy="43326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76C5882A-5CE6-92E1-FC5B-DF8DE1FECE24}"/>
              </a:ext>
            </a:extLst>
          </p:cNvPr>
          <p:cNvSpPr/>
          <p:nvPr/>
        </p:nvSpPr>
        <p:spPr>
          <a:xfrm>
            <a:off x="9047226" y="3094598"/>
            <a:ext cx="456007" cy="43110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600"/>
          </a:p>
        </p:txBody>
      </p:sp>
      <p:sp>
        <p:nvSpPr>
          <p:cNvPr id="46" name="Rectangular Callout 45">
            <a:extLst>
              <a:ext uri="{FF2B5EF4-FFF2-40B4-BE49-F238E27FC236}">
                <a16:creationId xmlns:a16="http://schemas.microsoft.com/office/drawing/2014/main" id="{4B08D77C-3662-58B2-2818-547A7FBFA382}"/>
              </a:ext>
            </a:extLst>
          </p:cNvPr>
          <p:cNvSpPr/>
          <p:nvPr/>
        </p:nvSpPr>
        <p:spPr>
          <a:xfrm>
            <a:off x="4304357" y="2851348"/>
            <a:ext cx="1577225" cy="446316"/>
          </a:xfrm>
          <a:prstGeom prst="wedgeRectCallout">
            <a:avLst>
              <a:gd name="adj1" fmla="val -8899"/>
              <a:gd name="adj2" fmla="val -12530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dirty="0"/>
              <a:t>accumulator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8B5295-9668-9DCA-FAB6-129F257F50BD}"/>
              </a:ext>
            </a:extLst>
          </p:cNvPr>
          <p:cNvSpPr/>
          <p:nvPr/>
        </p:nvSpPr>
        <p:spPr>
          <a:xfrm>
            <a:off x="1817911" y="1920540"/>
            <a:ext cx="1371600" cy="7195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dirty="0"/>
              <a:t>Supplier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2D77A69-05A0-2FEC-DC88-D3E2ED416FB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6183682" y="2661330"/>
            <a:ext cx="1" cy="43326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F64354E-19A6-70C7-D596-21C288838E37}"/>
              </a:ext>
            </a:extLst>
          </p:cNvPr>
          <p:cNvSpPr/>
          <p:nvPr/>
        </p:nvSpPr>
        <p:spPr>
          <a:xfrm>
            <a:off x="5955679" y="3094598"/>
            <a:ext cx="456007" cy="43110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73D250-69ED-2ED6-D9CA-4A3C693CEDFA}"/>
              </a:ext>
            </a:extLst>
          </p:cNvPr>
          <p:cNvSpPr/>
          <p:nvPr/>
        </p:nvSpPr>
        <p:spPr>
          <a:xfrm>
            <a:off x="6022185" y="5475744"/>
            <a:ext cx="3253041" cy="431104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dirty="0"/>
              <a:t>Finisher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925406-EFC9-4776-3E61-E014504AAFA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183681" y="3525702"/>
            <a:ext cx="2" cy="3782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EDE311-5613-08FD-0B82-F5AEE72DC1C6}"/>
              </a:ext>
            </a:extLst>
          </p:cNvPr>
          <p:cNvCxnSpPr>
            <a:cxnSpLocks/>
          </p:cNvCxnSpPr>
          <p:nvPr/>
        </p:nvCxnSpPr>
        <p:spPr>
          <a:xfrm flipH="1">
            <a:off x="9275226" y="3493525"/>
            <a:ext cx="2" cy="37828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E42C099-C318-17C4-ABF7-526A9F52AB82}"/>
              </a:ext>
            </a:extLst>
          </p:cNvPr>
          <p:cNvSpPr/>
          <p:nvPr/>
        </p:nvSpPr>
        <p:spPr>
          <a:xfrm>
            <a:off x="7420701" y="6298118"/>
            <a:ext cx="456007" cy="43110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6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8B9E94-336F-A228-88B4-A79E2AFE0AEA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flipH="1">
            <a:off x="7648705" y="5906848"/>
            <a:ext cx="1" cy="3912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F6E2419-EC8A-2E59-1CA3-D122397EF4D3}"/>
              </a:ext>
            </a:extLst>
          </p:cNvPr>
          <p:cNvSpPr/>
          <p:nvPr/>
        </p:nvSpPr>
        <p:spPr>
          <a:xfrm>
            <a:off x="5732817" y="3871805"/>
            <a:ext cx="3846610" cy="39892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dirty="0"/>
              <a:t>Combiner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51C6C8-67A9-1823-1D6A-8E63113D06E4}"/>
              </a:ext>
            </a:extLst>
          </p:cNvPr>
          <p:cNvSpPr/>
          <p:nvPr/>
        </p:nvSpPr>
        <p:spPr>
          <a:xfrm>
            <a:off x="7420701" y="4656388"/>
            <a:ext cx="456007" cy="43110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60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CCA9F59-AD26-6C6D-528F-0DD6A29E21A4}"/>
              </a:ext>
            </a:extLst>
          </p:cNvPr>
          <p:cNvCxnSpPr>
            <a:cxnSpLocks/>
            <a:stCxn id="31" idx="2"/>
            <a:endCxn id="36" idx="0"/>
          </p:cNvCxnSpPr>
          <p:nvPr/>
        </p:nvCxnSpPr>
        <p:spPr>
          <a:xfrm flipH="1">
            <a:off x="7648705" y="4270732"/>
            <a:ext cx="7417" cy="38565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4CF8AA5-1B08-66C7-3BF1-FFFB99D46E5A}"/>
              </a:ext>
            </a:extLst>
          </p:cNvPr>
          <p:cNvCxnSpPr>
            <a:cxnSpLocks/>
            <a:stCxn id="36" idx="2"/>
            <a:endCxn id="8" idx="0"/>
          </p:cNvCxnSpPr>
          <p:nvPr/>
        </p:nvCxnSpPr>
        <p:spPr>
          <a:xfrm>
            <a:off x="7648705" y="5087492"/>
            <a:ext cx="1" cy="38825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DB2F23C-4B1A-9106-EF97-7AFC65AC7412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>
            <a:off x="3189511" y="2280329"/>
            <a:ext cx="533997" cy="1"/>
          </a:xfrm>
          <a:prstGeom prst="straightConnector1">
            <a:avLst/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D6935999-D28E-24D1-59F9-68A80718AA81}"/>
              </a:ext>
            </a:extLst>
          </p:cNvPr>
          <p:cNvSpPr/>
          <p:nvPr/>
        </p:nvSpPr>
        <p:spPr>
          <a:xfrm>
            <a:off x="6896697" y="2044477"/>
            <a:ext cx="489858" cy="48553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600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14348ED-3B49-B1EC-2150-CE1C73138210}"/>
              </a:ext>
            </a:extLst>
          </p:cNvPr>
          <p:cNvCxnSpPr>
            <a:cxnSpLocks/>
            <a:stCxn id="59" idx="3"/>
            <a:endCxn id="17" idx="2"/>
          </p:cNvCxnSpPr>
          <p:nvPr/>
        </p:nvCxnSpPr>
        <p:spPr>
          <a:xfrm flipV="1">
            <a:off x="7386555" y="2280330"/>
            <a:ext cx="332015" cy="691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4C679794-0B75-3788-63C4-E332FA44F158}"/>
              </a:ext>
            </a:extLst>
          </p:cNvPr>
          <p:cNvCxnSpPr>
            <a:cxnSpLocks/>
            <a:stCxn id="2" idx="0"/>
            <a:endCxn id="59" idx="0"/>
          </p:cNvCxnSpPr>
          <p:nvPr/>
        </p:nvCxnSpPr>
        <p:spPr>
          <a:xfrm rot="16200000" flipH="1">
            <a:off x="4760699" y="-336449"/>
            <a:ext cx="123937" cy="4637915"/>
          </a:xfrm>
          <a:prstGeom prst="curvedConnector3">
            <a:avLst>
              <a:gd name="adj1" fmla="val -333765"/>
            </a:avLst>
          </a:prstGeom>
          <a:ln w="28575">
            <a:solidFill>
              <a:schemeClr val="accent6"/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935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476709D1-6CF6-ACB8-9BBE-C0F60D5B883D}"/>
              </a:ext>
            </a:extLst>
          </p:cNvPr>
          <p:cNvSpPr/>
          <p:nvPr/>
        </p:nvSpPr>
        <p:spPr>
          <a:xfrm>
            <a:off x="6867188" y="2401814"/>
            <a:ext cx="3279347" cy="10271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BE" dirty="0"/>
              <a:t>Stream&lt;Box&gt;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9911ACA-0BFF-961E-05CA-283A5A4469E9}"/>
              </a:ext>
            </a:extLst>
          </p:cNvPr>
          <p:cNvSpPr/>
          <p:nvPr/>
        </p:nvSpPr>
        <p:spPr>
          <a:xfrm>
            <a:off x="3719109" y="2401814"/>
            <a:ext cx="2850619" cy="10271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BE" dirty="0"/>
              <a:t>Stream&lt;Box&gt;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1551997D-305D-A32C-4CBF-CF63349BCD0A}"/>
              </a:ext>
            </a:extLst>
          </p:cNvPr>
          <p:cNvSpPr/>
          <p:nvPr/>
        </p:nvSpPr>
        <p:spPr>
          <a:xfrm>
            <a:off x="870333" y="2401814"/>
            <a:ext cx="2449417" cy="10271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BE" dirty="0"/>
              <a:t>Stream&lt;Box&gt;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243835AF-9992-9B58-EAA3-56216EAE5BAB}"/>
              </a:ext>
            </a:extLst>
          </p:cNvPr>
          <p:cNvSpPr/>
          <p:nvPr/>
        </p:nvSpPr>
        <p:spPr>
          <a:xfrm>
            <a:off x="229518" y="646778"/>
            <a:ext cx="8684969" cy="10271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BE" dirty="0"/>
              <a:t>Stream&lt;Box&gt;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281845F-0556-A4B8-DC05-0895420CA488}"/>
              </a:ext>
            </a:extLst>
          </p:cNvPr>
          <p:cNvSpPr/>
          <p:nvPr/>
        </p:nvSpPr>
        <p:spPr>
          <a:xfrm>
            <a:off x="218504" y="4085691"/>
            <a:ext cx="8460951" cy="1143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BE" dirty="0"/>
              <a:t>Map&lt;Color, Integer&gt;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E19190-4137-9561-886B-7C27CBC32E69}"/>
              </a:ext>
            </a:extLst>
          </p:cNvPr>
          <p:cNvSpPr/>
          <p:nvPr/>
        </p:nvSpPr>
        <p:spPr>
          <a:xfrm>
            <a:off x="1134737" y="1090670"/>
            <a:ext cx="385591" cy="38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1C644D-A6CC-4609-6B8A-108A104C243B}"/>
              </a:ext>
            </a:extLst>
          </p:cNvPr>
          <p:cNvSpPr/>
          <p:nvPr/>
        </p:nvSpPr>
        <p:spPr>
          <a:xfrm>
            <a:off x="1639677" y="1090669"/>
            <a:ext cx="385591" cy="3855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05ABB1-442C-3325-8E1A-4865EC305B1C}"/>
              </a:ext>
            </a:extLst>
          </p:cNvPr>
          <p:cNvSpPr/>
          <p:nvPr/>
        </p:nvSpPr>
        <p:spPr>
          <a:xfrm>
            <a:off x="2144617" y="1090668"/>
            <a:ext cx="385591" cy="3855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553E4D-817B-036C-60D6-547672201145}"/>
              </a:ext>
            </a:extLst>
          </p:cNvPr>
          <p:cNvSpPr/>
          <p:nvPr/>
        </p:nvSpPr>
        <p:spPr>
          <a:xfrm>
            <a:off x="2649557" y="1090667"/>
            <a:ext cx="385591" cy="3855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DBD31C-E464-E529-E963-AB395B24FF46}"/>
              </a:ext>
            </a:extLst>
          </p:cNvPr>
          <p:cNvSpPr/>
          <p:nvPr/>
        </p:nvSpPr>
        <p:spPr>
          <a:xfrm>
            <a:off x="3154497" y="1090666"/>
            <a:ext cx="385591" cy="3855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572F6E-3DB2-E913-5E7B-0B2500EE86D6}"/>
              </a:ext>
            </a:extLst>
          </p:cNvPr>
          <p:cNvSpPr/>
          <p:nvPr/>
        </p:nvSpPr>
        <p:spPr>
          <a:xfrm>
            <a:off x="3659437" y="1090665"/>
            <a:ext cx="385591" cy="3855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BC2580-73CA-06E4-BD44-6D49F4AD9003}"/>
              </a:ext>
            </a:extLst>
          </p:cNvPr>
          <p:cNvSpPr/>
          <p:nvPr/>
        </p:nvSpPr>
        <p:spPr>
          <a:xfrm>
            <a:off x="4164377" y="1090664"/>
            <a:ext cx="385591" cy="38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38329C-9D81-F9C3-8F88-1360107EF26F}"/>
              </a:ext>
            </a:extLst>
          </p:cNvPr>
          <p:cNvSpPr/>
          <p:nvPr/>
        </p:nvSpPr>
        <p:spPr>
          <a:xfrm>
            <a:off x="4669317" y="1090663"/>
            <a:ext cx="385591" cy="3855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79FCF2-6BE2-4DE8-8582-1D4A7E4CB8C0}"/>
              </a:ext>
            </a:extLst>
          </p:cNvPr>
          <p:cNvSpPr/>
          <p:nvPr/>
        </p:nvSpPr>
        <p:spPr>
          <a:xfrm>
            <a:off x="5174257" y="1090662"/>
            <a:ext cx="385591" cy="3855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64FAC4-DD8A-0F2A-6247-6B4CF6FF5C73}"/>
              </a:ext>
            </a:extLst>
          </p:cNvPr>
          <p:cNvSpPr/>
          <p:nvPr/>
        </p:nvSpPr>
        <p:spPr>
          <a:xfrm>
            <a:off x="5679197" y="1090661"/>
            <a:ext cx="385591" cy="3855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34CFF-8C3A-49F8-F9AD-9876D577AED8}"/>
              </a:ext>
            </a:extLst>
          </p:cNvPr>
          <p:cNvSpPr/>
          <p:nvPr/>
        </p:nvSpPr>
        <p:spPr>
          <a:xfrm>
            <a:off x="6184137" y="1090660"/>
            <a:ext cx="385591" cy="38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BD35CC-F5B8-CA33-C055-F570F58DF2A6}"/>
              </a:ext>
            </a:extLst>
          </p:cNvPr>
          <p:cNvSpPr/>
          <p:nvPr/>
        </p:nvSpPr>
        <p:spPr>
          <a:xfrm>
            <a:off x="6689077" y="1090659"/>
            <a:ext cx="385591" cy="3855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D9BD54-E9DE-F738-4669-D674F63DFAD3}"/>
              </a:ext>
            </a:extLst>
          </p:cNvPr>
          <p:cNvSpPr/>
          <p:nvPr/>
        </p:nvSpPr>
        <p:spPr>
          <a:xfrm>
            <a:off x="7194017" y="1090658"/>
            <a:ext cx="385591" cy="3855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B14C7A-8100-61AF-5BC2-6BD1220E1580}"/>
              </a:ext>
            </a:extLst>
          </p:cNvPr>
          <p:cNvSpPr/>
          <p:nvPr/>
        </p:nvSpPr>
        <p:spPr>
          <a:xfrm>
            <a:off x="7698957" y="1090657"/>
            <a:ext cx="385591" cy="3855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35E3A9-71F8-3377-CEA2-CA9D63ED2858}"/>
              </a:ext>
            </a:extLst>
          </p:cNvPr>
          <p:cNvSpPr/>
          <p:nvPr/>
        </p:nvSpPr>
        <p:spPr>
          <a:xfrm>
            <a:off x="8203897" y="1090656"/>
            <a:ext cx="385591" cy="38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b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7DB593F7-AF1B-32A0-B442-DD07F50E7339}"/>
              </a:ext>
            </a:extLst>
          </p:cNvPr>
          <p:cNvSpPr/>
          <p:nvPr/>
        </p:nvSpPr>
        <p:spPr>
          <a:xfrm>
            <a:off x="4862112" y="1796994"/>
            <a:ext cx="624289" cy="46270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1BB19B-3D27-30AA-3B37-5A0681CBAA7C}"/>
              </a:ext>
            </a:extLst>
          </p:cNvPr>
          <p:cNvSpPr/>
          <p:nvPr/>
        </p:nvSpPr>
        <p:spPr>
          <a:xfrm>
            <a:off x="1166870" y="2865582"/>
            <a:ext cx="385591" cy="38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40D11E-9EF9-D467-9B94-F84CF3422F05}"/>
              </a:ext>
            </a:extLst>
          </p:cNvPr>
          <p:cNvSpPr/>
          <p:nvPr/>
        </p:nvSpPr>
        <p:spPr>
          <a:xfrm>
            <a:off x="1671810" y="2865582"/>
            <a:ext cx="385591" cy="38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7A98A1-F720-FD0F-5090-DA01A8AF0E23}"/>
              </a:ext>
            </a:extLst>
          </p:cNvPr>
          <p:cNvSpPr/>
          <p:nvPr/>
        </p:nvSpPr>
        <p:spPr>
          <a:xfrm>
            <a:off x="2176750" y="2865582"/>
            <a:ext cx="385591" cy="38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DED48D-5E9C-3145-37F7-15E24C8FDF88}"/>
              </a:ext>
            </a:extLst>
          </p:cNvPr>
          <p:cNvSpPr/>
          <p:nvPr/>
        </p:nvSpPr>
        <p:spPr>
          <a:xfrm>
            <a:off x="2681690" y="2865582"/>
            <a:ext cx="385591" cy="385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F14AB8-91FB-032C-E30A-CF99600AEA26}"/>
              </a:ext>
            </a:extLst>
          </p:cNvPr>
          <p:cNvSpPr/>
          <p:nvPr/>
        </p:nvSpPr>
        <p:spPr>
          <a:xfrm>
            <a:off x="3944040" y="2865581"/>
            <a:ext cx="385591" cy="3855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38125C-D16B-5C56-25A1-2D0318DFD48A}"/>
              </a:ext>
            </a:extLst>
          </p:cNvPr>
          <p:cNvSpPr/>
          <p:nvPr/>
        </p:nvSpPr>
        <p:spPr>
          <a:xfrm>
            <a:off x="4448980" y="2865580"/>
            <a:ext cx="385591" cy="3855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4C34C5-5AAB-2028-0092-B4AD8FC5F45F}"/>
              </a:ext>
            </a:extLst>
          </p:cNvPr>
          <p:cNvSpPr/>
          <p:nvPr/>
        </p:nvSpPr>
        <p:spPr>
          <a:xfrm>
            <a:off x="4953921" y="2865580"/>
            <a:ext cx="385591" cy="3855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1CAA-8B5A-8345-496F-6F2A72A401CD}"/>
              </a:ext>
            </a:extLst>
          </p:cNvPr>
          <p:cNvSpPr/>
          <p:nvPr/>
        </p:nvSpPr>
        <p:spPr>
          <a:xfrm>
            <a:off x="5458862" y="2865580"/>
            <a:ext cx="385591" cy="3855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FBE503-8DAF-0525-FA05-1DD83063AF80}"/>
              </a:ext>
            </a:extLst>
          </p:cNvPr>
          <p:cNvSpPr/>
          <p:nvPr/>
        </p:nvSpPr>
        <p:spPr>
          <a:xfrm>
            <a:off x="5963803" y="2865580"/>
            <a:ext cx="385591" cy="3855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2CAC85-47CD-B2E0-C356-FCF3E063D4F1}"/>
              </a:ext>
            </a:extLst>
          </p:cNvPr>
          <p:cNvSpPr/>
          <p:nvPr/>
        </p:nvSpPr>
        <p:spPr>
          <a:xfrm>
            <a:off x="7014076" y="2865579"/>
            <a:ext cx="385591" cy="3855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BE0591-F93D-D1FB-E4FB-ABF293D83B40}"/>
              </a:ext>
            </a:extLst>
          </p:cNvPr>
          <p:cNvSpPr/>
          <p:nvPr/>
        </p:nvSpPr>
        <p:spPr>
          <a:xfrm>
            <a:off x="7519016" y="2865578"/>
            <a:ext cx="385591" cy="3855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FA5934-A2E9-4EC7-A34D-BA9E12BB7CEF}"/>
              </a:ext>
            </a:extLst>
          </p:cNvPr>
          <p:cNvSpPr/>
          <p:nvPr/>
        </p:nvSpPr>
        <p:spPr>
          <a:xfrm>
            <a:off x="8023956" y="2865577"/>
            <a:ext cx="385591" cy="3855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209062-AE76-4648-F1D9-EA63E2F60CE0}"/>
              </a:ext>
            </a:extLst>
          </p:cNvPr>
          <p:cNvSpPr/>
          <p:nvPr/>
        </p:nvSpPr>
        <p:spPr>
          <a:xfrm>
            <a:off x="8528896" y="2865576"/>
            <a:ext cx="385591" cy="3855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12B22E-13D2-4254-533C-17AD281DD6A7}"/>
              </a:ext>
            </a:extLst>
          </p:cNvPr>
          <p:cNvSpPr/>
          <p:nvPr/>
        </p:nvSpPr>
        <p:spPr>
          <a:xfrm>
            <a:off x="9033836" y="2865575"/>
            <a:ext cx="385591" cy="3855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</a:t>
            </a:r>
          </a:p>
        </p:txBody>
      </p:sp>
      <p:sp>
        <p:nvSpPr>
          <p:cNvPr id="33" name="Down Arrow 32">
            <a:extLst>
              <a:ext uri="{FF2B5EF4-FFF2-40B4-BE49-F238E27FC236}">
                <a16:creationId xmlns:a16="http://schemas.microsoft.com/office/drawing/2014/main" id="{FECF3BB2-83A2-D91E-DAC1-3DE40783E919}"/>
              </a:ext>
            </a:extLst>
          </p:cNvPr>
          <p:cNvSpPr/>
          <p:nvPr/>
        </p:nvSpPr>
        <p:spPr>
          <a:xfrm>
            <a:off x="1839821" y="3571112"/>
            <a:ext cx="624289" cy="46270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E1218853-B399-B15A-F9CD-A75D61D794F9}"/>
              </a:ext>
            </a:extLst>
          </p:cNvPr>
          <p:cNvSpPr/>
          <p:nvPr/>
        </p:nvSpPr>
        <p:spPr>
          <a:xfrm>
            <a:off x="4862111" y="3590392"/>
            <a:ext cx="624289" cy="46270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C5812A54-05C9-EDE5-68DC-D243E5B0995D}"/>
              </a:ext>
            </a:extLst>
          </p:cNvPr>
          <p:cNvSpPr/>
          <p:nvPr/>
        </p:nvSpPr>
        <p:spPr>
          <a:xfrm>
            <a:off x="7904606" y="3590392"/>
            <a:ext cx="624289" cy="46270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CE01509-56D6-4ED9-0620-842FF0A953D8}"/>
              </a:ext>
            </a:extLst>
          </p:cNvPr>
          <p:cNvSpPr/>
          <p:nvPr/>
        </p:nvSpPr>
        <p:spPr>
          <a:xfrm>
            <a:off x="1959169" y="4255995"/>
            <a:ext cx="385591" cy="38559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E61DF3-4AD8-190B-69C1-ADAA139A809A}"/>
              </a:ext>
            </a:extLst>
          </p:cNvPr>
          <p:cNvSpPr txBox="1"/>
          <p:nvPr/>
        </p:nvSpPr>
        <p:spPr>
          <a:xfrm>
            <a:off x="175767" y="109897"/>
            <a:ext cx="5503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latin typeface="Consolas" panose="020B0609020204030204" pitchFamily="49" charset="0"/>
                <a:cs typeface="Consolas" panose="020B0609020204030204" pitchFamily="49" charset="0"/>
              </a:rPr>
              <a:t>groupBy(Box::color, Collectors.counting())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43D67D5-4082-2FC7-38A3-62F3790DBBDC}"/>
              </a:ext>
            </a:extLst>
          </p:cNvPr>
          <p:cNvSpPr/>
          <p:nvPr/>
        </p:nvSpPr>
        <p:spPr>
          <a:xfrm>
            <a:off x="9538776" y="2874749"/>
            <a:ext cx="385591" cy="38559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g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B87D2CE-72D9-4DAA-BA41-81E08D5734B0}"/>
              </a:ext>
            </a:extLst>
          </p:cNvPr>
          <p:cNvSpPr/>
          <p:nvPr/>
        </p:nvSpPr>
        <p:spPr>
          <a:xfrm>
            <a:off x="4953921" y="4271601"/>
            <a:ext cx="385591" cy="38559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dirty="0"/>
              <a:t>5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C5AAEFE-A995-66DC-607A-04A9794A814E}"/>
              </a:ext>
            </a:extLst>
          </p:cNvPr>
          <p:cNvSpPr/>
          <p:nvPr/>
        </p:nvSpPr>
        <p:spPr>
          <a:xfrm>
            <a:off x="8023956" y="4271601"/>
            <a:ext cx="385591" cy="38559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E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08DF02-F5B4-3A0E-CB8F-739FC2CDDBCB}"/>
              </a:ext>
            </a:extLst>
          </p:cNvPr>
          <p:cNvSpPr txBox="1"/>
          <p:nvPr/>
        </p:nvSpPr>
        <p:spPr>
          <a:xfrm>
            <a:off x="1155557" y="4271601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1"/>
                </a:solidFill>
              </a:rPr>
              <a:t>b</a:t>
            </a:r>
            <a:r>
              <a:rPr lang="en-BE" dirty="0">
                <a:solidFill>
                  <a:schemeClr val="accent1"/>
                </a:solidFill>
              </a:rPr>
              <a:t>lue</a:t>
            </a:r>
            <a:r>
              <a:rPr lang="en-BE" dirty="0"/>
              <a:t> =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12D74F-2532-135C-2375-1AF03DCB36E8}"/>
              </a:ext>
            </a:extLst>
          </p:cNvPr>
          <p:cNvSpPr txBox="1"/>
          <p:nvPr/>
        </p:nvSpPr>
        <p:spPr>
          <a:xfrm>
            <a:off x="3892633" y="4279730"/>
            <a:ext cx="1033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2"/>
                </a:solidFill>
              </a:rPr>
              <a:t>o</a:t>
            </a:r>
            <a:r>
              <a:rPr lang="en-BE" dirty="0">
                <a:solidFill>
                  <a:schemeClr val="accent2"/>
                </a:solidFill>
              </a:rPr>
              <a:t>range</a:t>
            </a:r>
            <a:r>
              <a:rPr lang="en-BE" dirty="0"/>
              <a:t>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C502AF-CC00-2532-2953-6BBEC961FDD0}"/>
              </a:ext>
            </a:extLst>
          </p:cNvPr>
          <p:cNvSpPr txBox="1"/>
          <p:nvPr/>
        </p:nvSpPr>
        <p:spPr>
          <a:xfrm>
            <a:off x="7080094" y="4287859"/>
            <a:ext cx="910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6"/>
                </a:solidFill>
              </a:rPr>
              <a:t>g</a:t>
            </a:r>
            <a:r>
              <a:rPr lang="en-BE" dirty="0">
                <a:solidFill>
                  <a:schemeClr val="accent6"/>
                </a:solidFill>
              </a:rPr>
              <a:t>reen</a:t>
            </a:r>
            <a:r>
              <a:rPr lang="en-BE" dirty="0"/>
              <a:t> =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9C2611-5025-57F3-2AC7-9B4C4B478C34}"/>
              </a:ext>
            </a:extLst>
          </p:cNvPr>
          <p:cNvSpPr txBox="1"/>
          <p:nvPr/>
        </p:nvSpPr>
        <p:spPr>
          <a:xfrm>
            <a:off x="5622281" y="1701643"/>
            <a:ext cx="2111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i="1" dirty="0"/>
              <a:t>groeperen per kleur</a:t>
            </a:r>
          </a:p>
          <a:p>
            <a:r>
              <a:rPr lang="en-BE" b="1" i="1" dirty="0"/>
              <a:t>(classifier)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28703A-9AE2-7A72-7C9A-8F546AA09708}"/>
              </a:ext>
            </a:extLst>
          </p:cNvPr>
          <p:cNvSpPr txBox="1"/>
          <p:nvPr/>
        </p:nvSpPr>
        <p:spPr>
          <a:xfrm>
            <a:off x="8594996" y="3439360"/>
            <a:ext cx="2639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i="1" dirty="0"/>
              <a:t>tellen per kleur</a:t>
            </a:r>
            <a:br>
              <a:rPr lang="en-BE" i="1" dirty="0"/>
            </a:br>
            <a:r>
              <a:rPr lang="en-BE" b="1" i="1" dirty="0"/>
              <a:t>(downstream collector)</a:t>
            </a:r>
          </a:p>
        </p:txBody>
      </p:sp>
    </p:spTree>
    <p:extLst>
      <p:ext uri="{BB962C8B-B14F-4D97-AF65-F5344CB8AC3E}">
        <p14:creationId xmlns:p14="http://schemas.microsoft.com/office/powerpoint/2010/main" val="1313382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99</Words>
  <Application>Microsoft Macintosh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Koen Yskout</dc:creator>
  <cp:lastModifiedBy>Koen Yskout</cp:lastModifiedBy>
  <cp:revision>8</cp:revision>
  <dcterms:created xsi:type="dcterms:W3CDTF">2024-04-10T13:57:27Z</dcterms:created>
  <dcterms:modified xsi:type="dcterms:W3CDTF">2026-03-19T16:13:37Z</dcterms:modified>
</cp:coreProperties>
</file>
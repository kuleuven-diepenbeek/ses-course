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CF6DF-3EC9-3344-F47D-F801AA3B8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39C2D-8BBA-5689-AE49-2238D2B8C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C3830-2EAB-8124-701C-55AB48D84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0507-175D-0449-86F9-5FCA8800165B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6F15E-1438-4913-1DC0-F721F7902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C2E84-EA5F-1A3A-FCBC-72ED2100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4646-FAB5-D247-A308-EAC6DBDBCF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4567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05B3-63B3-87D6-9DBF-DF0933C2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4FEF2-10F9-A989-D4BB-A3E66DAF3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FB5E4-E882-2B31-2B7F-6985D5B73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0507-175D-0449-86F9-5FCA8800165B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56B0D-C2FA-7CE3-39E6-6C01BFF3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68528-9F4E-CE8E-12D2-B27E3BA6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4646-FAB5-D247-A308-EAC6DBDBCF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94264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4B01B-855D-2E02-EF12-63D61189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2ECDA-5617-71B7-2A95-485E876B6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79BE7-DAB6-A8CE-6A71-43CF6F234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0507-175D-0449-86F9-5FCA8800165B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65849-B5C8-FE8A-0D3D-F2004C8E1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E246B-C9C2-00FC-B103-2857136B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4646-FAB5-D247-A308-EAC6DBDBCF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49784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8258-A98A-01CC-A056-39010EE87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B3C51-B08D-FFD2-46E4-4F15B98AC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C9B639-D7F0-778C-B895-659F57DE6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AA0C5-77CE-F823-D368-DC7A0D73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0507-175D-0449-86F9-5FCA8800165B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78CD2-A2BD-E098-E041-01E09D625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A9E65-CE17-28E8-B887-72C00633C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4646-FAB5-D247-A308-EAC6DBDBCF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6508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90B2-8A26-65BD-FC2C-B1983B928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34C9B-8759-6389-D251-0A108D9F5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75667-AC96-D715-8087-328B6A311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C027-D93A-08F8-CAF9-4A7ECCC87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777624-D0C9-C09B-9A30-C6F45A999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F34D71-12DF-6688-AE5C-4E3C7AFAB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0507-175D-0449-86F9-5FCA8800165B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06CE6-B486-3BC8-0886-DD6E8713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04FDC2-5306-7D59-AC79-9FD29E510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4646-FAB5-D247-A308-EAC6DBDBCF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5485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51665-F0ED-A944-DF54-6070D5AD0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48913E-E229-62D8-3D17-B8C2405A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0507-175D-0449-86F9-5FCA8800165B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0252F-6207-CAD0-6A8D-1EEF1913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5CE23-0C05-20AC-60C7-E21A00870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4646-FAB5-D247-A308-EAC6DBDBCF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17833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53E397-0836-B223-BF94-3C4495855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0507-175D-0449-86F9-5FCA8800165B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E7ABC8-6696-67BA-F576-D6834512B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A5F0B-3802-C645-78EB-504D59FB1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4646-FAB5-D247-A308-EAC6DBDBCF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04748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CC0FF-5253-AD5E-B474-75609925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0694D-4D20-C240-B53F-0628547B6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D7E67-F589-FC5D-0A31-2CA2A3390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099A4-751D-5B70-8F5F-485C62E8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0507-175D-0449-86F9-5FCA8800165B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49727-9104-EF45-E22A-00F8A54F8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6D372-A513-5DF7-51ED-6724F9BF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4646-FAB5-D247-A308-EAC6DBDBCF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4585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64E1D-03B9-4E00-824B-CFC4F2B25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37C98F-2AB7-3E67-762C-6AD17A4E9F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83275-6E9B-5228-CD4B-9E73F6510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88EE7-E43B-2FEC-B311-3729573B3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0507-175D-0449-86F9-5FCA8800165B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83CB3-4D19-6208-1673-1DDDFFB61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3A90D-AFE6-92FD-B644-FA5238F6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4646-FAB5-D247-A308-EAC6DBDBCF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96777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C292-FD1A-37EC-B803-DC0C55D9F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CA87B-E0D8-8CA0-55E9-5DF78A6D5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2072-ADC0-7B3F-E774-7717F8383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0507-175D-0449-86F9-5FCA8800165B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1408F-DC41-765D-62E9-F4EC5A8D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C6823-C093-1AA2-26F1-438B394FB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4646-FAB5-D247-A308-EAC6DBDBCF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57856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3BB8C-0EF7-FCE7-F348-1206DA1802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547C1-8DF1-D609-7BF2-76A7166AF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19327-EC6A-8D2B-90AC-9DE84E087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0507-175D-0449-86F9-5FCA8800165B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C8E0B-F5B5-55F9-D73D-3C1FEDA47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27F45-2A05-F282-70AC-EF2D660F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4646-FAB5-D247-A308-EAC6DBDBCF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27964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A5224-C164-7178-D2A3-943F6A06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53613-ECAB-DC09-9EBC-6C7487035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AC077-5C2C-973C-D6BA-F24B6423C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060507-175D-0449-86F9-5FCA8800165B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30560-D21A-FB05-C4B5-43B6F716FC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0E06E-9413-D638-49C6-18D2FD53E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84646-FAB5-D247-A308-EAC6DBDBCF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5718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D0591E-9310-C97D-F6D3-8D516F321630}"/>
              </a:ext>
            </a:extLst>
          </p:cNvPr>
          <p:cNvSpPr/>
          <p:nvPr/>
        </p:nvSpPr>
        <p:spPr>
          <a:xfrm>
            <a:off x="6397128" y="5927075"/>
            <a:ext cx="1090670" cy="407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public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7BA767-8F58-E42D-2686-458651515382}"/>
              </a:ext>
            </a:extLst>
          </p:cNvPr>
          <p:cNvSpPr/>
          <p:nvPr/>
        </p:nvSpPr>
        <p:spPr>
          <a:xfrm>
            <a:off x="7640198" y="5927075"/>
            <a:ext cx="1090670" cy="407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static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BD7486-E495-1CB2-B248-4988EC3E5E82}"/>
              </a:ext>
            </a:extLst>
          </p:cNvPr>
          <p:cNvSpPr/>
          <p:nvPr/>
        </p:nvSpPr>
        <p:spPr>
          <a:xfrm>
            <a:off x="8883268" y="5927075"/>
            <a:ext cx="1090670" cy="407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void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5A0AE2-314E-714F-DB18-EF5525831210}"/>
              </a:ext>
            </a:extLst>
          </p:cNvPr>
          <p:cNvSpPr/>
          <p:nvPr/>
        </p:nvSpPr>
        <p:spPr>
          <a:xfrm>
            <a:off x="2333740" y="5927075"/>
            <a:ext cx="1090670" cy="407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class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C40B79-6952-BD7C-1A41-37A065D3F2B0}"/>
              </a:ext>
            </a:extLst>
          </p:cNvPr>
          <p:cNvSpPr/>
          <p:nvPr/>
        </p:nvSpPr>
        <p:spPr>
          <a:xfrm>
            <a:off x="3576810" y="5927075"/>
            <a:ext cx="1424848" cy="407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HelloWorld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F18D1F-70CC-27C4-52F5-674D4AEFAEAD}"/>
              </a:ext>
            </a:extLst>
          </p:cNvPr>
          <p:cNvSpPr/>
          <p:nvPr/>
        </p:nvSpPr>
        <p:spPr>
          <a:xfrm>
            <a:off x="5154058" y="5927075"/>
            <a:ext cx="1090670" cy="407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{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8716BA-F6F7-246E-3FFC-0715777B3EB7}"/>
              </a:ext>
            </a:extLst>
          </p:cNvPr>
          <p:cNvSpPr txBox="1"/>
          <p:nvPr/>
        </p:nvSpPr>
        <p:spPr>
          <a:xfrm>
            <a:off x="253387" y="5805890"/>
            <a:ext cx="852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input</a:t>
            </a:r>
          </a:p>
          <a:p>
            <a:r>
              <a:rPr lang="en-BE" dirty="0"/>
              <a:t>tokens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668EAB-4F80-4297-FD0E-97643A5080F5}"/>
              </a:ext>
            </a:extLst>
          </p:cNvPr>
          <p:cNvSpPr txBox="1"/>
          <p:nvPr/>
        </p:nvSpPr>
        <p:spPr>
          <a:xfrm>
            <a:off x="253387" y="5046891"/>
            <a:ext cx="1915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high-dimensional</a:t>
            </a:r>
            <a:br>
              <a:rPr lang="en-BE" dirty="0"/>
            </a:br>
            <a:r>
              <a:rPr lang="en-BE" dirty="0"/>
              <a:t>embedding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3DB90F-B756-E33B-7DBF-E70BFCA7CDA9}"/>
              </a:ext>
            </a:extLst>
          </p:cNvPr>
          <p:cNvSpPr/>
          <p:nvPr/>
        </p:nvSpPr>
        <p:spPr>
          <a:xfrm>
            <a:off x="2342921" y="5166245"/>
            <a:ext cx="1090670" cy="407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100" dirty="0"/>
              <a:t>0.31, -1.4, 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029478-6C44-AA5F-43BE-48F39D3BE922}"/>
              </a:ext>
            </a:extLst>
          </p:cNvPr>
          <p:cNvSpPr/>
          <p:nvPr/>
        </p:nvSpPr>
        <p:spPr>
          <a:xfrm>
            <a:off x="3743899" y="5166245"/>
            <a:ext cx="1090670" cy="407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100" dirty="0"/>
              <a:t>0.67, 2.01, 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73048D-73F3-7437-852E-DFDC9CF27691}"/>
              </a:ext>
            </a:extLst>
          </p:cNvPr>
          <p:cNvSpPr/>
          <p:nvPr/>
        </p:nvSpPr>
        <p:spPr>
          <a:xfrm>
            <a:off x="5144877" y="5166245"/>
            <a:ext cx="1090670" cy="407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100" dirty="0"/>
              <a:t>-1.34, 0.27, 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C97898-6E36-BCD8-BCDC-39BDF6F02CE7}"/>
              </a:ext>
            </a:extLst>
          </p:cNvPr>
          <p:cNvSpPr/>
          <p:nvPr/>
        </p:nvSpPr>
        <p:spPr>
          <a:xfrm>
            <a:off x="6387947" y="5166245"/>
            <a:ext cx="1090670" cy="407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100" dirty="0"/>
              <a:t>0.13, -0.22, 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4C9C6A-4B7F-6639-F20F-2954ECB17562}"/>
              </a:ext>
            </a:extLst>
          </p:cNvPr>
          <p:cNvSpPr/>
          <p:nvPr/>
        </p:nvSpPr>
        <p:spPr>
          <a:xfrm>
            <a:off x="7640198" y="5166245"/>
            <a:ext cx="1090670" cy="407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100" dirty="0"/>
              <a:t>0.20, 0.18, …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F85E4B-22F2-C88D-6638-4936BA8FF5DA}"/>
              </a:ext>
            </a:extLst>
          </p:cNvPr>
          <p:cNvSpPr/>
          <p:nvPr/>
        </p:nvSpPr>
        <p:spPr>
          <a:xfrm>
            <a:off x="8883268" y="5166245"/>
            <a:ext cx="1090670" cy="407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100" dirty="0"/>
              <a:t>-0.11</a:t>
            </a:r>
            <a:r>
              <a:rPr lang="en-BE" sz="1100"/>
              <a:t>, 3.01, </a:t>
            </a:r>
            <a:r>
              <a:rPr lang="en-BE" sz="11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54771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Koen Yskout</dc:creator>
  <cp:lastModifiedBy>Koen Yskout</cp:lastModifiedBy>
  <cp:revision>2</cp:revision>
  <dcterms:created xsi:type="dcterms:W3CDTF">2026-04-02T08:59:12Z</dcterms:created>
  <dcterms:modified xsi:type="dcterms:W3CDTF">2026-04-02T09:04:05Z</dcterms:modified>
</cp:coreProperties>
</file>